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9"/>
  </p:notesMasterIdLst>
  <p:sldIdLst>
    <p:sldId id="256" r:id="rId2"/>
    <p:sldId id="303" r:id="rId3"/>
    <p:sldId id="302" r:id="rId4"/>
    <p:sldId id="304" r:id="rId5"/>
    <p:sldId id="295" r:id="rId6"/>
    <p:sldId id="294" r:id="rId7"/>
    <p:sldId id="290"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hxqTcxQz7Y3h/4NzxYumLE08mF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0" autoAdjust="0"/>
    <p:restoredTop sz="92326" autoAdjust="0"/>
  </p:normalViewPr>
  <p:slideViewPr>
    <p:cSldViewPr snapToGrid="0">
      <p:cViewPr varScale="1">
        <p:scale>
          <a:sx n="101" d="100"/>
          <a:sy n="101" d="100"/>
        </p:scale>
        <p:origin x="1075"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45" Type="http://schemas.openxmlformats.org/officeDocument/2006/relationships/tableStyles" Target="tableStyles.xml"/><Relationship Id="rId5" Type="http://schemas.openxmlformats.org/officeDocument/2006/relationships/slide" Target="slides/slide4.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8E1FD313-810A-DF6B-B794-F780EE25CE2D}"/>
            </a:ext>
          </a:extLst>
        </p:cNvPr>
        <p:cNvGrpSpPr/>
        <p:nvPr/>
      </p:nvGrpSpPr>
      <p:grpSpPr>
        <a:xfrm>
          <a:off x="0" y="0"/>
          <a:ext cx="0" cy="0"/>
          <a:chOff x="0" y="0"/>
          <a:chExt cx="0" cy="0"/>
        </a:xfrm>
      </p:grpSpPr>
      <p:sp>
        <p:nvSpPr>
          <p:cNvPr id="99" name="Google Shape;99;p2:notes">
            <a:extLst>
              <a:ext uri="{FF2B5EF4-FFF2-40B4-BE49-F238E27FC236}">
                <a16:creationId xmlns:a16="http://schemas.microsoft.com/office/drawing/2014/main" id="{D65B09AB-05FD-EC45-9DD5-B6BC8D5FF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2:notes">
            <a:extLst>
              <a:ext uri="{FF2B5EF4-FFF2-40B4-BE49-F238E27FC236}">
                <a16:creationId xmlns:a16="http://schemas.microsoft.com/office/drawing/2014/main" id="{877D111D-6C4B-11DE-2B53-290201BDB3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33417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A3BA838D-626A-2572-6EF6-261F4C5279E9}"/>
            </a:ext>
          </a:extLst>
        </p:cNvPr>
        <p:cNvGrpSpPr/>
        <p:nvPr/>
      </p:nvGrpSpPr>
      <p:grpSpPr>
        <a:xfrm>
          <a:off x="0" y="0"/>
          <a:ext cx="0" cy="0"/>
          <a:chOff x="0" y="0"/>
          <a:chExt cx="0" cy="0"/>
        </a:xfrm>
      </p:grpSpPr>
      <p:sp>
        <p:nvSpPr>
          <p:cNvPr id="99" name="Google Shape;99;p2:notes">
            <a:extLst>
              <a:ext uri="{FF2B5EF4-FFF2-40B4-BE49-F238E27FC236}">
                <a16:creationId xmlns:a16="http://schemas.microsoft.com/office/drawing/2014/main" id="{CECBBCEA-723C-C2EF-AD8E-A379394134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2:notes">
            <a:extLst>
              <a:ext uri="{FF2B5EF4-FFF2-40B4-BE49-F238E27FC236}">
                <a16:creationId xmlns:a16="http://schemas.microsoft.com/office/drawing/2014/main" id="{52A0425C-D1A8-0BAF-4FB6-DA0B1F67A0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1228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508BCF4F-CA8C-5585-DFC2-D77DBCC07558}"/>
            </a:ext>
          </a:extLst>
        </p:cNvPr>
        <p:cNvGrpSpPr/>
        <p:nvPr/>
      </p:nvGrpSpPr>
      <p:grpSpPr>
        <a:xfrm>
          <a:off x="0" y="0"/>
          <a:ext cx="0" cy="0"/>
          <a:chOff x="0" y="0"/>
          <a:chExt cx="0" cy="0"/>
        </a:xfrm>
      </p:grpSpPr>
      <p:sp>
        <p:nvSpPr>
          <p:cNvPr id="99" name="Google Shape;99;p2:notes">
            <a:extLst>
              <a:ext uri="{FF2B5EF4-FFF2-40B4-BE49-F238E27FC236}">
                <a16:creationId xmlns:a16="http://schemas.microsoft.com/office/drawing/2014/main" id="{B7AD8A1F-FFB4-ABEF-CE1B-3112C13697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2:notes">
            <a:extLst>
              <a:ext uri="{FF2B5EF4-FFF2-40B4-BE49-F238E27FC236}">
                <a16:creationId xmlns:a16="http://schemas.microsoft.com/office/drawing/2014/main" id="{5442A9EC-B53C-C271-7FFB-2B332A4CFBF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59662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8C125CE-31B5-35DD-DC3B-110D36DE3A43}"/>
            </a:ext>
          </a:extLst>
        </p:cNvPr>
        <p:cNvGrpSpPr/>
        <p:nvPr/>
      </p:nvGrpSpPr>
      <p:grpSpPr>
        <a:xfrm>
          <a:off x="0" y="0"/>
          <a:ext cx="0" cy="0"/>
          <a:chOff x="0" y="0"/>
          <a:chExt cx="0" cy="0"/>
        </a:xfrm>
      </p:grpSpPr>
      <p:sp>
        <p:nvSpPr>
          <p:cNvPr id="99" name="Google Shape;99;p2:notes">
            <a:extLst>
              <a:ext uri="{FF2B5EF4-FFF2-40B4-BE49-F238E27FC236}">
                <a16:creationId xmlns:a16="http://schemas.microsoft.com/office/drawing/2014/main" id="{A3ECE865-D3C8-D8B5-32D1-60AD9B0241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2:notes">
            <a:extLst>
              <a:ext uri="{FF2B5EF4-FFF2-40B4-BE49-F238E27FC236}">
                <a16:creationId xmlns:a16="http://schemas.microsoft.com/office/drawing/2014/main" id="{720E0FCF-6572-8A80-47E0-603F3ABE32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214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5" name="Google Shape;335;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53"/>
          <p:cNvSpPr txBox="1">
            <a:spLocks noGrp="1"/>
          </p:cNvSpPr>
          <p:nvPr>
            <p:ph type="ctrTitle"/>
          </p:nvPr>
        </p:nvSpPr>
        <p:spPr>
          <a:xfrm>
            <a:off x="685800" y="1597819"/>
            <a:ext cx="7772400" cy="1102519"/>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3"/>
          <p:cNvSpPr txBox="1">
            <a:spLocks noGrp="1"/>
          </p:cNvSpPr>
          <p:nvPr>
            <p:ph type="subTitle" idx="1"/>
          </p:nvPr>
        </p:nvSpPr>
        <p:spPr>
          <a:xfrm>
            <a:off x="1371600" y="2914650"/>
            <a:ext cx="6400800" cy="1314450"/>
          </a:xfrm>
          <a:prstGeom prst="rect">
            <a:avLst/>
          </a:prstGeom>
          <a:noFill/>
          <a:ln>
            <a:noFill/>
          </a:ln>
        </p:spPr>
        <p:txBody>
          <a:bodyPr spcFirstLastPara="1" wrap="square" lIns="197900" tIns="98950" rIns="197900" bIns="98950" anchor="t" anchorCtr="0">
            <a:normAutofit/>
          </a:bodyPr>
          <a:lstStyle>
            <a:lvl1pPr lvl="0" algn="ctr">
              <a:lnSpc>
                <a:spcPct val="100000"/>
              </a:lnSpc>
              <a:spcBef>
                <a:spcPts val="533"/>
              </a:spcBef>
              <a:spcAft>
                <a:spcPts val="0"/>
              </a:spcAft>
              <a:buClr>
                <a:srgbClr val="888888"/>
              </a:buClr>
              <a:buSzPts val="2664"/>
              <a:buNone/>
              <a:defRPr>
                <a:solidFill>
                  <a:srgbClr val="888888"/>
                </a:solidFill>
              </a:defRPr>
            </a:lvl1pPr>
            <a:lvl2pPr lvl="1" algn="ctr">
              <a:lnSpc>
                <a:spcPct val="100000"/>
              </a:lnSpc>
              <a:spcBef>
                <a:spcPts val="471"/>
              </a:spcBef>
              <a:spcAft>
                <a:spcPts val="0"/>
              </a:spcAft>
              <a:buClr>
                <a:srgbClr val="888888"/>
              </a:buClr>
              <a:buSzPts val="2355"/>
              <a:buNone/>
              <a:defRPr>
                <a:solidFill>
                  <a:srgbClr val="888888"/>
                </a:solidFill>
              </a:defRPr>
            </a:lvl2pPr>
            <a:lvl3pPr lvl="2" algn="ctr">
              <a:lnSpc>
                <a:spcPct val="100000"/>
              </a:lnSpc>
              <a:spcBef>
                <a:spcPts val="402"/>
              </a:spcBef>
              <a:spcAft>
                <a:spcPts val="0"/>
              </a:spcAft>
              <a:buClr>
                <a:srgbClr val="888888"/>
              </a:buClr>
              <a:buSzPts val="2008"/>
              <a:buNone/>
              <a:defRPr>
                <a:solidFill>
                  <a:srgbClr val="888888"/>
                </a:solidFill>
              </a:defRPr>
            </a:lvl3pPr>
            <a:lvl4pPr lvl="3" algn="ctr">
              <a:lnSpc>
                <a:spcPct val="100000"/>
              </a:lnSpc>
              <a:spcBef>
                <a:spcPts val="332"/>
              </a:spcBef>
              <a:spcAft>
                <a:spcPts val="0"/>
              </a:spcAft>
              <a:buClr>
                <a:srgbClr val="888888"/>
              </a:buClr>
              <a:buSzPts val="1660"/>
              <a:buNone/>
              <a:defRPr>
                <a:solidFill>
                  <a:srgbClr val="888888"/>
                </a:solidFill>
              </a:defRPr>
            </a:lvl4pPr>
            <a:lvl5pPr lvl="4" algn="ctr">
              <a:lnSpc>
                <a:spcPct val="100000"/>
              </a:lnSpc>
              <a:spcBef>
                <a:spcPts val="332"/>
              </a:spcBef>
              <a:spcAft>
                <a:spcPts val="0"/>
              </a:spcAft>
              <a:buClr>
                <a:srgbClr val="888888"/>
              </a:buClr>
              <a:buSzPts val="1660"/>
              <a:buNone/>
              <a:defRPr>
                <a:solidFill>
                  <a:srgbClr val="888888"/>
                </a:solidFill>
              </a:defRPr>
            </a:lvl5pPr>
            <a:lvl6pPr lvl="5" algn="ctr">
              <a:lnSpc>
                <a:spcPct val="100000"/>
              </a:lnSpc>
              <a:spcBef>
                <a:spcPts val="332"/>
              </a:spcBef>
              <a:spcAft>
                <a:spcPts val="0"/>
              </a:spcAft>
              <a:buClr>
                <a:srgbClr val="888888"/>
              </a:buClr>
              <a:buSzPts val="1660"/>
              <a:buNone/>
              <a:defRPr>
                <a:solidFill>
                  <a:srgbClr val="888888"/>
                </a:solidFill>
              </a:defRPr>
            </a:lvl6pPr>
            <a:lvl7pPr lvl="6" algn="ctr">
              <a:lnSpc>
                <a:spcPct val="100000"/>
              </a:lnSpc>
              <a:spcBef>
                <a:spcPts val="332"/>
              </a:spcBef>
              <a:spcAft>
                <a:spcPts val="0"/>
              </a:spcAft>
              <a:buClr>
                <a:srgbClr val="888888"/>
              </a:buClr>
              <a:buSzPts val="1660"/>
              <a:buNone/>
              <a:defRPr>
                <a:solidFill>
                  <a:srgbClr val="888888"/>
                </a:solidFill>
              </a:defRPr>
            </a:lvl7pPr>
            <a:lvl8pPr lvl="7" algn="ctr">
              <a:lnSpc>
                <a:spcPct val="100000"/>
              </a:lnSpc>
              <a:spcBef>
                <a:spcPts val="332"/>
              </a:spcBef>
              <a:spcAft>
                <a:spcPts val="0"/>
              </a:spcAft>
              <a:buClr>
                <a:srgbClr val="888888"/>
              </a:buClr>
              <a:buSzPts val="1660"/>
              <a:buNone/>
              <a:defRPr>
                <a:solidFill>
                  <a:srgbClr val="888888"/>
                </a:solidFill>
              </a:defRPr>
            </a:lvl8pPr>
            <a:lvl9pPr lvl="8" algn="ctr">
              <a:lnSpc>
                <a:spcPct val="100000"/>
              </a:lnSpc>
              <a:spcBef>
                <a:spcPts val="332"/>
              </a:spcBef>
              <a:spcAft>
                <a:spcPts val="0"/>
              </a:spcAft>
              <a:buClr>
                <a:srgbClr val="888888"/>
              </a:buClr>
              <a:buSzPts val="1660"/>
              <a:buNone/>
              <a:defRPr>
                <a:solidFill>
                  <a:srgbClr val="888888"/>
                </a:solidFill>
              </a:defRPr>
            </a:lvl9pPr>
          </a:lstStyle>
          <a:p>
            <a:endParaRPr/>
          </a:p>
        </p:txBody>
      </p:sp>
      <p:sp>
        <p:nvSpPr>
          <p:cNvPr id="17" name="Google Shape;17;p53"/>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53"/>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3"/>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54"/>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22" name="Google Shape;22;p54"/>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gn="l">
              <a:lnSpc>
                <a:spcPct val="100000"/>
              </a:lnSpc>
              <a:spcBef>
                <a:spcPts val="0"/>
              </a:spcBef>
              <a:spcAft>
                <a:spcPts val="0"/>
              </a:spcAft>
              <a:buClr>
                <a:schemeClr val="dk1"/>
              </a:buClr>
              <a:buSzPts val="1800"/>
              <a:buChar char="●"/>
              <a:defRPr/>
            </a:lvl1pPr>
            <a:lvl2pPr marL="914400" lvl="1" indent="-317500" algn="l">
              <a:lnSpc>
                <a:spcPct val="100000"/>
              </a:lnSpc>
              <a:spcBef>
                <a:spcPts val="0"/>
              </a:spcBef>
              <a:spcAft>
                <a:spcPts val="0"/>
              </a:spcAft>
              <a:buClr>
                <a:schemeClr val="dk1"/>
              </a:buClr>
              <a:buSzPts val="1400"/>
              <a:buChar char="○"/>
              <a:defRPr/>
            </a:lvl2pPr>
            <a:lvl3pPr marL="1371600" lvl="2" indent="-317500" algn="l">
              <a:lnSpc>
                <a:spcPct val="100000"/>
              </a:lnSpc>
              <a:spcBef>
                <a:spcPts val="0"/>
              </a:spcBef>
              <a:spcAft>
                <a:spcPts val="0"/>
              </a:spcAft>
              <a:buClr>
                <a:schemeClr val="dk1"/>
              </a:buClr>
              <a:buSzPts val="1400"/>
              <a:buChar char="■"/>
              <a:defRPr/>
            </a:lvl3pPr>
            <a:lvl4pPr marL="1828800" lvl="3" indent="-317500" algn="l">
              <a:lnSpc>
                <a:spcPct val="100000"/>
              </a:lnSpc>
              <a:spcBef>
                <a:spcPts val="0"/>
              </a:spcBef>
              <a:spcAft>
                <a:spcPts val="0"/>
              </a:spcAft>
              <a:buClr>
                <a:schemeClr val="dk1"/>
              </a:buClr>
              <a:buSzPts val="1400"/>
              <a:buChar char="●"/>
              <a:defRPr/>
            </a:lvl4pPr>
            <a:lvl5pPr marL="2286000" lvl="4" indent="-317500" algn="l">
              <a:lnSpc>
                <a:spcPct val="100000"/>
              </a:lnSpc>
              <a:spcBef>
                <a:spcPts val="0"/>
              </a:spcBef>
              <a:spcAft>
                <a:spcPts val="0"/>
              </a:spcAft>
              <a:buClr>
                <a:schemeClr val="dk1"/>
              </a:buClr>
              <a:buSzPts val="1400"/>
              <a:buChar char="○"/>
              <a:defRPr/>
            </a:lvl5pPr>
            <a:lvl6pPr marL="2743200" lvl="5" indent="-317500" algn="l">
              <a:lnSpc>
                <a:spcPct val="100000"/>
              </a:lnSpc>
              <a:spcBef>
                <a:spcPts val="0"/>
              </a:spcBef>
              <a:spcAft>
                <a:spcPts val="0"/>
              </a:spcAft>
              <a:buClr>
                <a:schemeClr val="dk1"/>
              </a:buClr>
              <a:buSzPts val="1400"/>
              <a:buChar char="■"/>
              <a:defRPr/>
            </a:lvl6pPr>
            <a:lvl7pPr marL="3200400" lvl="6" indent="-317500" algn="l">
              <a:lnSpc>
                <a:spcPct val="100000"/>
              </a:lnSpc>
              <a:spcBef>
                <a:spcPts val="0"/>
              </a:spcBef>
              <a:spcAft>
                <a:spcPts val="0"/>
              </a:spcAft>
              <a:buClr>
                <a:schemeClr val="dk1"/>
              </a:buClr>
              <a:buSzPts val="1400"/>
              <a:buChar char="●"/>
              <a:defRPr/>
            </a:lvl7pPr>
            <a:lvl8pPr marL="3657600" lvl="7" indent="-317500" algn="l">
              <a:lnSpc>
                <a:spcPct val="100000"/>
              </a:lnSpc>
              <a:spcBef>
                <a:spcPts val="0"/>
              </a:spcBef>
              <a:spcAft>
                <a:spcPts val="0"/>
              </a:spcAft>
              <a:buClr>
                <a:schemeClr val="dk1"/>
              </a:buClr>
              <a:buSzPts val="1400"/>
              <a:buChar char="○"/>
              <a:defRPr/>
            </a:lvl8pPr>
            <a:lvl9pPr marL="4114800" lvl="8" indent="-317500" algn="l">
              <a:lnSpc>
                <a:spcPct val="100000"/>
              </a:lnSpc>
              <a:spcBef>
                <a:spcPts val="0"/>
              </a:spcBef>
              <a:spcAft>
                <a:spcPts val="0"/>
              </a:spcAft>
              <a:buClr>
                <a:schemeClr val="dk1"/>
              </a:buClr>
              <a:buSzPts val="1400"/>
              <a:buChar char="■"/>
              <a:defRPr/>
            </a:lvl9pPr>
          </a:lstStyle>
          <a:p>
            <a:endParaRPr/>
          </a:p>
        </p:txBody>
      </p:sp>
      <p:sp>
        <p:nvSpPr>
          <p:cNvPr id="23" name="Google Shape;23;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55"/>
          <p:cNvSpPr txBox="1">
            <a:spLocks noGrp="1"/>
          </p:cNvSpPr>
          <p:nvPr>
            <p:ph type="title"/>
          </p:nvPr>
        </p:nvSpPr>
        <p:spPr>
          <a:xfrm>
            <a:off x="298918" y="120252"/>
            <a:ext cx="8229600" cy="857250"/>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5"/>
          <p:cNvSpPr txBox="1">
            <a:spLocks noGrp="1"/>
          </p:cNvSpPr>
          <p:nvPr>
            <p:ph type="body" idx="1"/>
          </p:nvPr>
        </p:nvSpPr>
        <p:spPr>
          <a:xfrm>
            <a:off x="457200" y="1200151"/>
            <a:ext cx="8229600" cy="3394472"/>
          </a:xfrm>
          <a:prstGeom prst="rect">
            <a:avLst/>
          </a:prstGeom>
          <a:noFill/>
          <a:ln>
            <a:noFill/>
          </a:ln>
        </p:spPr>
        <p:txBody>
          <a:bodyPr spcFirstLastPara="1" wrap="square" lIns="197900" tIns="98950" rIns="197900" bIns="9895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 name="Google Shape;27;p55"/>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5"/>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5"/>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56"/>
          <p:cNvSpPr txBox="1">
            <a:spLocks noGrp="1"/>
          </p:cNvSpPr>
          <p:nvPr>
            <p:ph type="title"/>
          </p:nvPr>
        </p:nvSpPr>
        <p:spPr>
          <a:xfrm>
            <a:off x="722313" y="3305176"/>
            <a:ext cx="7772400" cy="1021556"/>
          </a:xfrm>
          <a:prstGeom prst="rect">
            <a:avLst/>
          </a:prstGeom>
          <a:noFill/>
          <a:ln>
            <a:noFill/>
          </a:ln>
        </p:spPr>
        <p:txBody>
          <a:bodyPr spcFirstLastPara="1" wrap="square" lIns="197900" tIns="98950" rIns="197900" bIns="98950" anchor="t" anchorCtr="0">
            <a:normAutofit/>
          </a:bodyPr>
          <a:lstStyle>
            <a:lvl1pPr lvl="0" algn="l">
              <a:lnSpc>
                <a:spcPct val="100000"/>
              </a:lnSpc>
              <a:spcBef>
                <a:spcPts val="0"/>
              </a:spcBef>
              <a:spcAft>
                <a:spcPts val="0"/>
              </a:spcAft>
              <a:buClr>
                <a:schemeClr val="dk1"/>
              </a:buClr>
              <a:buSzPts val="3359"/>
              <a:buFont typeface="Calibri"/>
              <a:buNone/>
              <a:defRPr sz="3359"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6"/>
          <p:cNvSpPr txBox="1">
            <a:spLocks noGrp="1"/>
          </p:cNvSpPr>
          <p:nvPr>
            <p:ph type="body" idx="1"/>
          </p:nvPr>
        </p:nvSpPr>
        <p:spPr>
          <a:xfrm>
            <a:off x="722313" y="2180035"/>
            <a:ext cx="7772400" cy="1125140"/>
          </a:xfrm>
          <a:prstGeom prst="rect">
            <a:avLst/>
          </a:prstGeom>
          <a:noFill/>
          <a:ln>
            <a:noFill/>
          </a:ln>
        </p:spPr>
        <p:txBody>
          <a:bodyPr spcFirstLastPara="1" wrap="square" lIns="197900" tIns="98950" rIns="197900" bIns="98950" anchor="b" anchorCtr="0">
            <a:normAutofit/>
          </a:bodyPr>
          <a:lstStyle>
            <a:lvl1pPr marL="457200" lvl="0" indent="-228600" algn="l">
              <a:lnSpc>
                <a:spcPct val="100000"/>
              </a:lnSpc>
              <a:spcBef>
                <a:spcPts val="332"/>
              </a:spcBef>
              <a:spcAft>
                <a:spcPts val="0"/>
              </a:spcAft>
              <a:buClr>
                <a:srgbClr val="888888"/>
              </a:buClr>
              <a:buSzPts val="1660"/>
              <a:buNone/>
              <a:defRPr sz="1660">
                <a:solidFill>
                  <a:srgbClr val="888888"/>
                </a:solidFill>
              </a:defRPr>
            </a:lvl1pPr>
            <a:lvl2pPr marL="914400" lvl="1" indent="-228600" algn="l">
              <a:lnSpc>
                <a:spcPct val="100000"/>
              </a:lnSpc>
              <a:spcBef>
                <a:spcPts val="301"/>
              </a:spcBef>
              <a:spcAft>
                <a:spcPts val="0"/>
              </a:spcAft>
              <a:buClr>
                <a:srgbClr val="888888"/>
              </a:buClr>
              <a:buSzPts val="1506"/>
              <a:buNone/>
              <a:defRPr sz="1506">
                <a:solidFill>
                  <a:srgbClr val="888888"/>
                </a:solidFill>
              </a:defRPr>
            </a:lvl2pPr>
            <a:lvl3pPr marL="1371600" lvl="2" indent="-228600" algn="l">
              <a:lnSpc>
                <a:spcPct val="100000"/>
              </a:lnSpc>
              <a:spcBef>
                <a:spcPts val="270"/>
              </a:spcBef>
              <a:spcAft>
                <a:spcPts val="0"/>
              </a:spcAft>
              <a:buClr>
                <a:srgbClr val="888888"/>
              </a:buClr>
              <a:buSzPts val="1351"/>
              <a:buNone/>
              <a:defRPr sz="1351">
                <a:solidFill>
                  <a:srgbClr val="888888"/>
                </a:solidFill>
              </a:defRPr>
            </a:lvl3pPr>
            <a:lvl4pPr marL="1828800" lvl="3" indent="-228600" algn="l">
              <a:lnSpc>
                <a:spcPct val="100000"/>
              </a:lnSpc>
              <a:spcBef>
                <a:spcPts val="232"/>
              </a:spcBef>
              <a:spcAft>
                <a:spcPts val="0"/>
              </a:spcAft>
              <a:buClr>
                <a:srgbClr val="888888"/>
              </a:buClr>
              <a:buSzPts val="1158"/>
              <a:buNone/>
              <a:defRPr sz="1158">
                <a:solidFill>
                  <a:srgbClr val="888888"/>
                </a:solidFill>
              </a:defRPr>
            </a:lvl4pPr>
            <a:lvl5pPr marL="2286000" lvl="4" indent="-228600" algn="l">
              <a:lnSpc>
                <a:spcPct val="100000"/>
              </a:lnSpc>
              <a:spcBef>
                <a:spcPts val="232"/>
              </a:spcBef>
              <a:spcAft>
                <a:spcPts val="0"/>
              </a:spcAft>
              <a:buClr>
                <a:srgbClr val="888888"/>
              </a:buClr>
              <a:buSzPts val="1158"/>
              <a:buNone/>
              <a:defRPr sz="1158">
                <a:solidFill>
                  <a:srgbClr val="888888"/>
                </a:solidFill>
              </a:defRPr>
            </a:lvl5pPr>
            <a:lvl6pPr marL="2743200" lvl="5" indent="-228600" algn="l">
              <a:lnSpc>
                <a:spcPct val="100000"/>
              </a:lnSpc>
              <a:spcBef>
                <a:spcPts val="232"/>
              </a:spcBef>
              <a:spcAft>
                <a:spcPts val="0"/>
              </a:spcAft>
              <a:buClr>
                <a:srgbClr val="888888"/>
              </a:buClr>
              <a:buSzPts val="1158"/>
              <a:buNone/>
              <a:defRPr sz="1158">
                <a:solidFill>
                  <a:srgbClr val="888888"/>
                </a:solidFill>
              </a:defRPr>
            </a:lvl6pPr>
            <a:lvl7pPr marL="3200400" lvl="6" indent="-228600" algn="l">
              <a:lnSpc>
                <a:spcPct val="100000"/>
              </a:lnSpc>
              <a:spcBef>
                <a:spcPts val="232"/>
              </a:spcBef>
              <a:spcAft>
                <a:spcPts val="0"/>
              </a:spcAft>
              <a:buClr>
                <a:srgbClr val="888888"/>
              </a:buClr>
              <a:buSzPts val="1158"/>
              <a:buNone/>
              <a:defRPr sz="1158">
                <a:solidFill>
                  <a:srgbClr val="888888"/>
                </a:solidFill>
              </a:defRPr>
            </a:lvl7pPr>
            <a:lvl8pPr marL="3657600" lvl="7" indent="-228600" algn="l">
              <a:lnSpc>
                <a:spcPct val="100000"/>
              </a:lnSpc>
              <a:spcBef>
                <a:spcPts val="232"/>
              </a:spcBef>
              <a:spcAft>
                <a:spcPts val="0"/>
              </a:spcAft>
              <a:buClr>
                <a:srgbClr val="888888"/>
              </a:buClr>
              <a:buSzPts val="1158"/>
              <a:buNone/>
              <a:defRPr sz="1158">
                <a:solidFill>
                  <a:srgbClr val="888888"/>
                </a:solidFill>
              </a:defRPr>
            </a:lvl8pPr>
            <a:lvl9pPr marL="4114800" lvl="8" indent="-228600" algn="l">
              <a:lnSpc>
                <a:spcPct val="100000"/>
              </a:lnSpc>
              <a:spcBef>
                <a:spcPts val="232"/>
              </a:spcBef>
              <a:spcAft>
                <a:spcPts val="0"/>
              </a:spcAft>
              <a:buClr>
                <a:srgbClr val="888888"/>
              </a:buClr>
              <a:buSzPts val="1158"/>
              <a:buNone/>
              <a:defRPr sz="1158">
                <a:solidFill>
                  <a:srgbClr val="888888"/>
                </a:solidFill>
              </a:defRPr>
            </a:lvl9pPr>
          </a:lstStyle>
          <a:p>
            <a:endParaRPr/>
          </a:p>
        </p:txBody>
      </p:sp>
      <p:sp>
        <p:nvSpPr>
          <p:cNvPr id="33" name="Google Shape;33;p56"/>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6"/>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6"/>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57"/>
          <p:cNvSpPr txBox="1">
            <a:spLocks noGrp="1"/>
          </p:cNvSpPr>
          <p:nvPr>
            <p:ph type="title"/>
          </p:nvPr>
        </p:nvSpPr>
        <p:spPr>
          <a:xfrm>
            <a:off x="0" y="83360"/>
            <a:ext cx="9144000" cy="682461"/>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7"/>
          <p:cNvSpPr txBox="1">
            <a:spLocks noGrp="1"/>
          </p:cNvSpPr>
          <p:nvPr>
            <p:ph type="body" idx="1"/>
          </p:nvPr>
        </p:nvSpPr>
        <p:spPr>
          <a:xfrm>
            <a:off x="457200" y="1200151"/>
            <a:ext cx="4038600" cy="3394472"/>
          </a:xfrm>
          <a:prstGeom prst="rect">
            <a:avLst/>
          </a:prstGeom>
          <a:noFill/>
          <a:ln>
            <a:noFill/>
          </a:ln>
        </p:spPr>
        <p:txBody>
          <a:bodyPr spcFirstLastPara="1" wrap="square" lIns="197900" tIns="98950" rIns="197900" bIns="98950" anchor="t" anchorCtr="0">
            <a:normAutofit/>
          </a:bodyPr>
          <a:lstStyle>
            <a:lvl1pPr marL="457200" lvl="0" indent="-378142" algn="l">
              <a:lnSpc>
                <a:spcPct val="100000"/>
              </a:lnSpc>
              <a:spcBef>
                <a:spcPts val="471"/>
              </a:spcBef>
              <a:spcAft>
                <a:spcPts val="0"/>
              </a:spcAft>
              <a:buClr>
                <a:schemeClr val="dk1"/>
              </a:buClr>
              <a:buSzPts val="2355"/>
              <a:buChar char="•"/>
              <a:defRPr sz="2355"/>
            </a:lvl1pPr>
            <a:lvl2pPr marL="914400" lvl="1" indent="-356108" algn="l">
              <a:lnSpc>
                <a:spcPct val="100000"/>
              </a:lnSpc>
              <a:spcBef>
                <a:spcPts val="402"/>
              </a:spcBef>
              <a:spcAft>
                <a:spcPts val="0"/>
              </a:spcAft>
              <a:buClr>
                <a:schemeClr val="dk1"/>
              </a:buClr>
              <a:buSzPts val="2008"/>
              <a:buChar char="–"/>
              <a:defRPr sz="2008"/>
            </a:lvl2pPr>
            <a:lvl3pPr marL="1371600" lvl="2" indent="-334010" algn="l">
              <a:lnSpc>
                <a:spcPct val="100000"/>
              </a:lnSpc>
              <a:spcBef>
                <a:spcPts val="332"/>
              </a:spcBef>
              <a:spcAft>
                <a:spcPts val="0"/>
              </a:spcAft>
              <a:buClr>
                <a:schemeClr val="dk1"/>
              </a:buClr>
              <a:buSzPts val="1660"/>
              <a:buChar char="•"/>
              <a:defRPr sz="1660"/>
            </a:lvl3pPr>
            <a:lvl4pPr marL="1828800" lvl="3" indent="-324231" algn="l">
              <a:lnSpc>
                <a:spcPct val="100000"/>
              </a:lnSpc>
              <a:spcBef>
                <a:spcPts val="301"/>
              </a:spcBef>
              <a:spcAft>
                <a:spcPts val="0"/>
              </a:spcAft>
              <a:buClr>
                <a:schemeClr val="dk1"/>
              </a:buClr>
              <a:buSzPts val="1506"/>
              <a:buChar char="–"/>
              <a:defRPr sz="1506"/>
            </a:lvl4pPr>
            <a:lvl5pPr marL="2286000" lvl="4" indent="-324231" algn="l">
              <a:lnSpc>
                <a:spcPct val="100000"/>
              </a:lnSpc>
              <a:spcBef>
                <a:spcPts val="301"/>
              </a:spcBef>
              <a:spcAft>
                <a:spcPts val="0"/>
              </a:spcAft>
              <a:buClr>
                <a:schemeClr val="dk1"/>
              </a:buClr>
              <a:buSzPts val="1506"/>
              <a:buChar char="»"/>
              <a:defRPr sz="1506"/>
            </a:lvl5pPr>
            <a:lvl6pPr marL="2743200" lvl="5" indent="-324231" algn="l">
              <a:lnSpc>
                <a:spcPct val="100000"/>
              </a:lnSpc>
              <a:spcBef>
                <a:spcPts val="301"/>
              </a:spcBef>
              <a:spcAft>
                <a:spcPts val="0"/>
              </a:spcAft>
              <a:buClr>
                <a:schemeClr val="dk1"/>
              </a:buClr>
              <a:buSzPts val="1506"/>
              <a:buChar char="•"/>
              <a:defRPr sz="1506"/>
            </a:lvl6pPr>
            <a:lvl7pPr marL="3200400" lvl="6" indent="-324231" algn="l">
              <a:lnSpc>
                <a:spcPct val="100000"/>
              </a:lnSpc>
              <a:spcBef>
                <a:spcPts val="301"/>
              </a:spcBef>
              <a:spcAft>
                <a:spcPts val="0"/>
              </a:spcAft>
              <a:buClr>
                <a:schemeClr val="dk1"/>
              </a:buClr>
              <a:buSzPts val="1506"/>
              <a:buChar char="•"/>
              <a:defRPr sz="1506"/>
            </a:lvl7pPr>
            <a:lvl8pPr marL="3657600" lvl="7" indent="-324231" algn="l">
              <a:lnSpc>
                <a:spcPct val="100000"/>
              </a:lnSpc>
              <a:spcBef>
                <a:spcPts val="301"/>
              </a:spcBef>
              <a:spcAft>
                <a:spcPts val="0"/>
              </a:spcAft>
              <a:buClr>
                <a:schemeClr val="dk1"/>
              </a:buClr>
              <a:buSzPts val="1506"/>
              <a:buChar char="•"/>
              <a:defRPr sz="1506"/>
            </a:lvl8pPr>
            <a:lvl9pPr marL="4114800" lvl="8" indent="-324231" algn="l">
              <a:lnSpc>
                <a:spcPct val="100000"/>
              </a:lnSpc>
              <a:spcBef>
                <a:spcPts val="301"/>
              </a:spcBef>
              <a:spcAft>
                <a:spcPts val="0"/>
              </a:spcAft>
              <a:buClr>
                <a:schemeClr val="dk1"/>
              </a:buClr>
              <a:buSzPts val="1506"/>
              <a:buChar char="•"/>
              <a:defRPr sz="1506"/>
            </a:lvl9pPr>
          </a:lstStyle>
          <a:p>
            <a:endParaRPr/>
          </a:p>
        </p:txBody>
      </p:sp>
      <p:sp>
        <p:nvSpPr>
          <p:cNvPr id="39" name="Google Shape;39;p57"/>
          <p:cNvSpPr txBox="1">
            <a:spLocks noGrp="1"/>
          </p:cNvSpPr>
          <p:nvPr>
            <p:ph type="body" idx="2"/>
          </p:nvPr>
        </p:nvSpPr>
        <p:spPr>
          <a:xfrm>
            <a:off x="4648200" y="1200151"/>
            <a:ext cx="4038600" cy="3394472"/>
          </a:xfrm>
          <a:prstGeom prst="rect">
            <a:avLst/>
          </a:prstGeom>
          <a:noFill/>
          <a:ln>
            <a:noFill/>
          </a:ln>
        </p:spPr>
        <p:txBody>
          <a:bodyPr spcFirstLastPara="1" wrap="square" lIns="197900" tIns="98950" rIns="197900" bIns="98950" anchor="t" anchorCtr="0">
            <a:normAutofit/>
          </a:bodyPr>
          <a:lstStyle>
            <a:lvl1pPr marL="457200" lvl="0" indent="-378142" algn="l">
              <a:lnSpc>
                <a:spcPct val="100000"/>
              </a:lnSpc>
              <a:spcBef>
                <a:spcPts val="471"/>
              </a:spcBef>
              <a:spcAft>
                <a:spcPts val="0"/>
              </a:spcAft>
              <a:buClr>
                <a:schemeClr val="dk1"/>
              </a:buClr>
              <a:buSzPts val="2355"/>
              <a:buChar char="•"/>
              <a:defRPr sz="2355"/>
            </a:lvl1pPr>
            <a:lvl2pPr marL="914400" lvl="1" indent="-356108" algn="l">
              <a:lnSpc>
                <a:spcPct val="100000"/>
              </a:lnSpc>
              <a:spcBef>
                <a:spcPts val="402"/>
              </a:spcBef>
              <a:spcAft>
                <a:spcPts val="0"/>
              </a:spcAft>
              <a:buClr>
                <a:schemeClr val="dk1"/>
              </a:buClr>
              <a:buSzPts val="2008"/>
              <a:buChar char="–"/>
              <a:defRPr sz="2008"/>
            </a:lvl2pPr>
            <a:lvl3pPr marL="1371600" lvl="2" indent="-334010" algn="l">
              <a:lnSpc>
                <a:spcPct val="100000"/>
              </a:lnSpc>
              <a:spcBef>
                <a:spcPts val="332"/>
              </a:spcBef>
              <a:spcAft>
                <a:spcPts val="0"/>
              </a:spcAft>
              <a:buClr>
                <a:schemeClr val="dk1"/>
              </a:buClr>
              <a:buSzPts val="1660"/>
              <a:buChar char="•"/>
              <a:defRPr sz="1660"/>
            </a:lvl3pPr>
            <a:lvl4pPr marL="1828800" lvl="3" indent="-324231" algn="l">
              <a:lnSpc>
                <a:spcPct val="100000"/>
              </a:lnSpc>
              <a:spcBef>
                <a:spcPts val="301"/>
              </a:spcBef>
              <a:spcAft>
                <a:spcPts val="0"/>
              </a:spcAft>
              <a:buClr>
                <a:schemeClr val="dk1"/>
              </a:buClr>
              <a:buSzPts val="1506"/>
              <a:buChar char="–"/>
              <a:defRPr sz="1506"/>
            </a:lvl4pPr>
            <a:lvl5pPr marL="2286000" lvl="4" indent="-324231" algn="l">
              <a:lnSpc>
                <a:spcPct val="100000"/>
              </a:lnSpc>
              <a:spcBef>
                <a:spcPts val="301"/>
              </a:spcBef>
              <a:spcAft>
                <a:spcPts val="0"/>
              </a:spcAft>
              <a:buClr>
                <a:schemeClr val="dk1"/>
              </a:buClr>
              <a:buSzPts val="1506"/>
              <a:buChar char="»"/>
              <a:defRPr sz="1506"/>
            </a:lvl5pPr>
            <a:lvl6pPr marL="2743200" lvl="5" indent="-324231" algn="l">
              <a:lnSpc>
                <a:spcPct val="100000"/>
              </a:lnSpc>
              <a:spcBef>
                <a:spcPts val="301"/>
              </a:spcBef>
              <a:spcAft>
                <a:spcPts val="0"/>
              </a:spcAft>
              <a:buClr>
                <a:schemeClr val="dk1"/>
              </a:buClr>
              <a:buSzPts val="1506"/>
              <a:buChar char="•"/>
              <a:defRPr sz="1506"/>
            </a:lvl6pPr>
            <a:lvl7pPr marL="3200400" lvl="6" indent="-324231" algn="l">
              <a:lnSpc>
                <a:spcPct val="100000"/>
              </a:lnSpc>
              <a:spcBef>
                <a:spcPts val="301"/>
              </a:spcBef>
              <a:spcAft>
                <a:spcPts val="0"/>
              </a:spcAft>
              <a:buClr>
                <a:schemeClr val="dk1"/>
              </a:buClr>
              <a:buSzPts val="1506"/>
              <a:buChar char="•"/>
              <a:defRPr sz="1506"/>
            </a:lvl7pPr>
            <a:lvl8pPr marL="3657600" lvl="7" indent="-324231" algn="l">
              <a:lnSpc>
                <a:spcPct val="100000"/>
              </a:lnSpc>
              <a:spcBef>
                <a:spcPts val="301"/>
              </a:spcBef>
              <a:spcAft>
                <a:spcPts val="0"/>
              </a:spcAft>
              <a:buClr>
                <a:schemeClr val="dk1"/>
              </a:buClr>
              <a:buSzPts val="1506"/>
              <a:buChar char="•"/>
              <a:defRPr sz="1506"/>
            </a:lvl8pPr>
            <a:lvl9pPr marL="4114800" lvl="8" indent="-324231" algn="l">
              <a:lnSpc>
                <a:spcPct val="100000"/>
              </a:lnSpc>
              <a:spcBef>
                <a:spcPts val="301"/>
              </a:spcBef>
              <a:spcAft>
                <a:spcPts val="0"/>
              </a:spcAft>
              <a:buClr>
                <a:schemeClr val="dk1"/>
              </a:buClr>
              <a:buSzPts val="1506"/>
              <a:buChar char="•"/>
              <a:defRPr sz="1506"/>
            </a:lvl9pPr>
          </a:lstStyle>
          <a:p>
            <a:endParaRPr/>
          </a:p>
        </p:txBody>
      </p:sp>
      <p:sp>
        <p:nvSpPr>
          <p:cNvPr id="40" name="Google Shape;40;p57"/>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7"/>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7"/>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58"/>
          <p:cNvSpPr txBox="1">
            <a:spLocks noGrp="1"/>
          </p:cNvSpPr>
          <p:nvPr>
            <p:ph type="title"/>
          </p:nvPr>
        </p:nvSpPr>
        <p:spPr>
          <a:xfrm>
            <a:off x="0" y="83360"/>
            <a:ext cx="9144000" cy="682461"/>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3668"/>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8"/>
          <p:cNvSpPr txBox="1">
            <a:spLocks noGrp="1"/>
          </p:cNvSpPr>
          <p:nvPr>
            <p:ph type="body" idx="1"/>
          </p:nvPr>
        </p:nvSpPr>
        <p:spPr>
          <a:xfrm>
            <a:off x="457200" y="1151335"/>
            <a:ext cx="4040188" cy="479822"/>
          </a:xfrm>
          <a:prstGeom prst="rect">
            <a:avLst/>
          </a:prstGeom>
          <a:noFill/>
          <a:ln>
            <a:noFill/>
          </a:ln>
        </p:spPr>
        <p:txBody>
          <a:bodyPr spcFirstLastPara="1" wrap="square" lIns="197900" tIns="98950" rIns="197900" bIns="98950" anchor="b" anchorCtr="0">
            <a:normAutofit/>
          </a:bodyPr>
          <a:lstStyle>
            <a:lvl1pPr marL="457200" lvl="0" indent="-228600" algn="l">
              <a:lnSpc>
                <a:spcPct val="100000"/>
              </a:lnSpc>
              <a:spcBef>
                <a:spcPts val="402"/>
              </a:spcBef>
              <a:spcAft>
                <a:spcPts val="0"/>
              </a:spcAft>
              <a:buClr>
                <a:schemeClr val="dk1"/>
              </a:buClr>
              <a:buSzPts val="2008"/>
              <a:buNone/>
              <a:defRPr sz="2008" b="1"/>
            </a:lvl1pPr>
            <a:lvl2pPr marL="914400" lvl="1" indent="-228600" algn="l">
              <a:lnSpc>
                <a:spcPct val="100000"/>
              </a:lnSpc>
              <a:spcBef>
                <a:spcPts val="332"/>
              </a:spcBef>
              <a:spcAft>
                <a:spcPts val="0"/>
              </a:spcAft>
              <a:buClr>
                <a:schemeClr val="dk1"/>
              </a:buClr>
              <a:buSzPts val="1660"/>
              <a:buNone/>
              <a:defRPr sz="1660" b="1"/>
            </a:lvl2pPr>
            <a:lvl3pPr marL="1371600" lvl="2" indent="-228600" algn="l">
              <a:lnSpc>
                <a:spcPct val="100000"/>
              </a:lnSpc>
              <a:spcBef>
                <a:spcPts val="301"/>
              </a:spcBef>
              <a:spcAft>
                <a:spcPts val="0"/>
              </a:spcAft>
              <a:buClr>
                <a:schemeClr val="dk1"/>
              </a:buClr>
              <a:buSzPts val="1506"/>
              <a:buNone/>
              <a:defRPr sz="1506" b="1"/>
            </a:lvl3pPr>
            <a:lvl4pPr marL="1828800" lvl="3" indent="-228600" algn="l">
              <a:lnSpc>
                <a:spcPct val="100000"/>
              </a:lnSpc>
              <a:spcBef>
                <a:spcPts val="270"/>
              </a:spcBef>
              <a:spcAft>
                <a:spcPts val="0"/>
              </a:spcAft>
              <a:buClr>
                <a:schemeClr val="dk1"/>
              </a:buClr>
              <a:buSzPts val="1351"/>
              <a:buNone/>
              <a:defRPr sz="1351" b="1"/>
            </a:lvl4pPr>
            <a:lvl5pPr marL="2286000" lvl="4" indent="-228600" algn="l">
              <a:lnSpc>
                <a:spcPct val="100000"/>
              </a:lnSpc>
              <a:spcBef>
                <a:spcPts val="270"/>
              </a:spcBef>
              <a:spcAft>
                <a:spcPts val="0"/>
              </a:spcAft>
              <a:buClr>
                <a:schemeClr val="dk1"/>
              </a:buClr>
              <a:buSzPts val="1351"/>
              <a:buNone/>
              <a:defRPr sz="1351" b="1"/>
            </a:lvl5pPr>
            <a:lvl6pPr marL="2743200" lvl="5" indent="-228600" algn="l">
              <a:lnSpc>
                <a:spcPct val="100000"/>
              </a:lnSpc>
              <a:spcBef>
                <a:spcPts val="270"/>
              </a:spcBef>
              <a:spcAft>
                <a:spcPts val="0"/>
              </a:spcAft>
              <a:buClr>
                <a:schemeClr val="dk1"/>
              </a:buClr>
              <a:buSzPts val="1351"/>
              <a:buNone/>
              <a:defRPr sz="1351" b="1"/>
            </a:lvl6pPr>
            <a:lvl7pPr marL="3200400" lvl="6" indent="-228600" algn="l">
              <a:lnSpc>
                <a:spcPct val="100000"/>
              </a:lnSpc>
              <a:spcBef>
                <a:spcPts val="270"/>
              </a:spcBef>
              <a:spcAft>
                <a:spcPts val="0"/>
              </a:spcAft>
              <a:buClr>
                <a:schemeClr val="dk1"/>
              </a:buClr>
              <a:buSzPts val="1351"/>
              <a:buNone/>
              <a:defRPr sz="1351" b="1"/>
            </a:lvl7pPr>
            <a:lvl8pPr marL="3657600" lvl="7" indent="-228600" algn="l">
              <a:lnSpc>
                <a:spcPct val="100000"/>
              </a:lnSpc>
              <a:spcBef>
                <a:spcPts val="270"/>
              </a:spcBef>
              <a:spcAft>
                <a:spcPts val="0"/>
              </a:spcAft>
              <a:buClr>
                <a:schemeClr val="dk1"/>
              </a:buClr>
              <a:buSzPts val="1351"/>
              <a:buNone/>
              <a:defRPr sz="1351" b="1"/>
            </a:lvl8pPr>
            <a:lvl9pPr marL="4114800" lvl="8" indent="-228600" algn="l">
              <a:lnSpc>
                <a:spcPct val="100000"/>
              </a:lnSpc>
              <a:spcBef>
                <a:spcPts val="270"/>
              </a:spcBef>
              <a:spcAft>
                <a:spcPts val="0"/>
              </a:spcAft>
              <a:buClr>
                <a:schemeClr val="dk1"/>
              </a:buClr>
              <a:buSzPts val="1351"/>
              <a:buNone/>
              <a:defRPr sz="1351" b="1"/>
            </a:lvl9pPr>
          </a:lstStyle>
          <a:p>
            <a:endParaRPr/>
          </a:p>
        </p:txBody>
      </p:sp>
      <p:sp>
        <p:nvSpPr>
          <p:cNvPr id="46" name="Google Shape;46;p58"/>
          <p:cNvSpPr txBox="1">
            <a:spLocks noGrp="1"/>
          </p:cNvSpPr>
          <p:nvPr>
            <p:ph type="body" idx="2"/>
          </p:nvPr>
        </p:nvSpPr>
        <p:spPr>
          <a:xfrm>
            <a:off x="457200" y="1631156"/>
            <a:ext cx="4040188" cy="2963466"/>
          </a:xfrm>
          <a:prstGeom prst="rect">
            <a:avLst/>
          </a:prstGeom>
          <a:noFill/>
          <a:ln>
            <a:noFill/>
          </a:ln>
        </p:spPr>
        <p:txBody>
          <a:bodyPr spcFirstLastPara="1" wrap="square" lIns="197900" tIns="98950" rIns="197900" bIns="98950" anchor="t" anchorCtr="0">
            <a:normAutofit/>
          </a:bodyPr>
          <a:lstStyle>
            <a:lvl1pPr marL="457200" lvl="0" indent="-356108" algn="l">
              <a:lnSpc>
                <a:spcPct val="100000"/>
              </a:lnSpc>
              <a:spcBef>
                <a:spcPts val="402"/>
              </a:spcBef>
              <a:spcAft>
                <a:spcPts val="0"/>
              </a:spcAft>
              <a:buClr>
                <a:schemeClr val="dk1"/>
              </a:buClr>
              <a:buSzPts val="2008"/>
              <a:buChar char="•"/>
              <a:defRPr sz="2008"/>
            </a:lvl1pPr>
            <a:lvl2pPr marL="914400" lvl="1" indent="-334010" algn="l">
              <a:lnSpc>
                <a:spcPct val="100000"/>
              </a:lnSpc>
              <a:spcBef>
                <a:spcPts val="332"/>
              </a:spcBef>
              <a:spcAft>
                <a:spcPts val="0"/>
              </a:spcAft>
              <a:buClr>
                <a:schemeClr val="dk1"/>
              </a:buClr>
              <a:buSzPts val="1660"/>
              <a:buChar char="–"/>
              <a:defRPr sz="1660"/>
            </a:lvl2pPr>
            <a:lvl3pPr marL="1371600" lvl="2" indent="-324231" algn="l">
              <a:lnSpc>
                <a:spcPct val="100000"/>
              </a:lnSpc>
              <a:spcBef>
                <a:spcPts val="301"/>
              </a:spcBef>
              <a:spcAft>
                <a:spcPts val="0"/>
              </a:spcAft>
              <a:buClr>
                <a:schemeClr val="dk1"/>
              </a:buClr>
              <a:buSzPts val="1506"/>
              <a:buChar char="•"/>
              <a:defRPr sz="1506"/>
            </a:lvl3pPr>
            <a:lvl4pPr marL="1828800" lvl="3" indent="-314388" algn="l">
              <a:lnSpc>
                <a:spcPct val="100000"/>
              </a:lnSpc>
              <a:spcBef>
                <a:spcPts val="270"/>
              </a:spcBef>
              <a:spcAft>
                <a:spcPts val="0"/>
              </a:spcAft>
              <a:buClr>
                <a:schemeClr val="dk1"/>
              </a:buClr>
              <a:buSzPts val="1351"/>
              <a:buChar char="–"/>
              <a:defRPr sz="1351"/>
            </a:lvl4pPr>
            <a:lvl5pPr marL="2286000" lvl="4" indent="-314388" algn="l">
              <a:lnSpc>
                <a:spcPct val="100000"/>
              </a:lnSpc>
              <a:spcBef>
                <a:spcPts val="270"/>
              </a:spcBef>
              <a:spcAft>
                <a:spcPts val="0"/>
              </a:spcAft>
              <a:buClr>
                <a:schemeClr val="dk1"/>
              </a:buClr>
              <a:buSzPts val="1351"/>
              <a:buChar char="»"/>
              <a:defRPr sz="1351"/>
            </a:lvl5pPr>
            <a:lvl6pPr marL="2743200" lvl="5" indent="-314388" algn="l">
              <a:lnSpc>
                <a:spcPct val="100000"/>
              </a:lnSpc>
              <a:spcBef>
                <a:spcPts val="270"/>
              </a:spcBef>
              <a:spcAft>
                <a:spcPts val="0"/>
              </a:spcAft>
              <a:buClr>
                <a:schemeClr val="dk1"/>
              </a:buClr>
              <a:buSzPts val="1351"/>
              <a:buChar char="•"/>
              <a:defRPr sz="1351"/>
            </a:lvl6pPr>
            <a:lvl7pPr marL="3200400" lvl="6" indent="-314388" algn="l">
              <a:lnSpc>
                <a:spcPct val="100000"/>
              </a:lnSpc>
              <a:spcBef>
                <a:spcPts val="270"/>
              </a:spcBef>
              <a:spcAft>
                <a:spcPts val="0"/>
              </a:spcAft>
              <a:buClr>
                <a:schemeClr val="dk1"/>
              </a:buClr>
              <a:buSzPts val="1351"/>
              <a:buChar char="•"/>
              <a:defRPr sz="1351"/>
            </a:lvl7pPr>
            <a:lvl8pPr marL="3657600" lvl="7" indent="-314388" algn="l">
              <a:lnSpc>
                <a:spcPct val="100000"/>
              </a:lnSpc>
              <a:spcBef>
                <a:spcPts val="270"/>
              </a:spcBef>
              <a:spcAft>
                <a:spcPts val="0"/>
              </a:spcAft>
              <a:buClr>
                <a:schemeClr val="dk1"/>
              </a:buClr>
              <a:buSzPts val="1351"/>
              <a:buChar char="•"/>
              <a:defRPr sz="1351"/>
            </a:lvl8pPr>
            <a:lvl9pPr marL="4114800" lvl="8" indent="-314388" algn="l">
              <a:lnSpc>
                <a:spcPct val="100000"/>
              </a:lnSpc>
              <a:spcBef>
                <a:spcPts val="270"/>
              </a:spcBef>
              <a:spcAft>
                <a:spcPts val="0"/>
              </a:spcAft>
              <a:buClr>
                <a:schemeClr val="dk1"/>
              </a:buClr>
              <a:buSzPts val="1351"/>
              <a:buChar char="•"/>
              <a:defRPr sz="1351"/>
            </a:lvl9pPr>
          </a:lstStyle>
          <a:p>
            <a:endParaRPr/>
          </a:p>
        </p:txBody>
      </p:sp>
      <p:sp>
        <p:nvSpPr>
          <p:cNvPr id="47" name="Google Shape;47;p58"/>
          <p:cNvSpPr txBox="1">
            <a:spLocks noGrp="1"/>
          </p:cNvSpPr>
          <p:nvPr>
            <p:ph type="body" idx="3"/>
          </p:nvPr>
        </p:nvSpPr>
        <p:spPr>
          <a:xfrm>
            <a:off x="4645026" y="1151335"/>
            <a:ext cx="4041775" cy="479822"/>
          </a:xfrm>
          <a:prstGeom prst="rect">
            <a:avLst/>
          </a:prstGeom>
          <a:noFill/>
          <a:ln>
            <a:noFill/>
          </a:ln>
        </p:spPr>
        <p:txBody>
          <a:bodyPr spcFirstLastPara="1" wrap="square" lIns="197900" tIns="98950" rIns="197900" bIns="98950" anchor="b" anchorCtr="0">
            <a:normAutofit/>
          </a:bodyPr>
          <a:lstStyle>
            <a:lvl1pPr marL="457200" lvl="0" indent="-228600" algn="l">
              <a:lnSpc>
                <a:spcPct val="100000"/>
              </a:lnSpc>
              <a:spcBef>
                <a:spcPts val="402"/>
              </a:spcBef>
              <a:spcAft>
                <a:spcPts val="0"/>
              </a:spcAft>
              <a:buClr>
                <a:schemeClr val="dk1"/>
              </a:buClr>
              <a:buSzPts val="2008"/>
              <a:buNone/>
              <a:defRPr sz="2008" b="1"/>
            </a:lvl1pPr>
            <a:lvl2pPr marL="914400" lvl="1" indent="-228600" algn="l">
              <a:lnSpc>
                <a:spcPct val="100000"/>
              </a:lnSpc>
              <a:spcBef>
                <a:spcPts val="332"/>
              </a:spcBef>
              <a:spcAft>
                <a:spcPts val="0"/>
              </a:spcAft>
              <a:buClr>
                <a:schemeClr val="dk1"/>
              </a:buClr>
              <a:buSzPts val="1660"/>
              <a:buNone/>
              <a:defRPr sz="1660" b="1"/>
            </a:lvl2pPr>
            <a:lvl3pPr marL="1371600" lvl="2" indent="-228600" algn="l">
              <a:lnSpc>
                <a:spcPct val="100000"/>
              </a:lnSpc>
              <a:spcBef>
                <a:spcPts val="301"/>
              </a:spcBef>
              <a:spcAft>
                <a:spcPts val="0"/>
              </a:spcAft>
              <a:buClr>
                <a:schemeClr val="dk1"/>
              </a:buClr>
              <a:buSzPts val="1506"/>
              <a:buNone/>
              <a:defRPr sz="1506" b="1"/>
            </a:lvl3pPr>
            <a:lvl4pPr marL="1828800" lvl="3" indent="-228600" algn="l">
              <a:lnSpc>
                <a:spcPct val="100000"/>
              </a:lnSpc>
              <a:spcBef>
                <a:spcPts val="270"/>
              </a:spcBef>
              <a:spcAft>
                <a:spcPts val="0"/>
              </a:spcAft>
              <a:buClr>
                <a:schemeClr val="dk1"/>
              </a:buClr>
              <a:buSzPts val="1351"/>
              <a:buNone/>
              <a:defRPr sz="1351" b="1"/>
            </a:lvl4pPr>
            <a:lvl5pPr marL="2286000" lvl="4" indent="-228600" algn="l">
              <a:lnSpc>
                <a:spcPct val="100000"/>
              </a:lnSpc>
              <a:spcBef>
                <a:spcPts val="270"/>
              </a:spcBef>
              <a:spcAft>
                <a:spcPts val="0"/>
              </a:spcAft>
              <a:buClr>
                <a:schemeClr val="dk1"/>
              </a:buClr>
              <a:buSzPts val="1351"/>
              <a:buNone/>
              <a:defRPr sz="1351" b="1"/>
            </a:lvl5pPr>
            <a:lvl6pPr marL="2743200" lvl="5" indent="-228600" algn="l">
              <a:lnSpc>
                <a:spcPct val="100000"/>
              </a:lnSpc>
              <a:spcBef>
                <a:spcPts val="270"/>
              </a:spcBef>
              <a:spcAft>
                <a:spcPts val="0"/>
              </a:spcAft>
              <a:buClr>
                <a:schemeClr val="dk1"/>
              </a:buClr>
              <a:buSzPts val="1351"/>
              <a:buNone/>
              <a:defRPr sz="1351" b="1"/>
            </a:lvl6pPr>
            <a:lvl7pPr marL="3200400" lvl="6" indent="-228600" algn="l">
              <a:lnSpc>
                <a:spcPct val="100000"/>
              </a:lnSpc>
              <a:spcBef>
                <a:spcPts val="270"/>
              </a:spcBef>
              <a:spcAft>
                <a:spcPts val="0"/>
              </a:spcAft>
              <a:buClr>
                <a:schemeClr val="dk1"/>
              </a:buClr>
              <a:buSzPts val="1351"/>
              <a:buNone/>
              <a:defRPr sz="1351" b="1"/>
            </a:lvl7pPr>
            <a:lvl8pPr marL="3657600" lvl="7" indent="-228600" algn="l">
              <a:lnSpc>
                <a:spcPct val="100000"/>
              </a:lnSpc>
              <a:spcBef>
                <a:spcPts val="270"/>
              </a:spcBef>
              <a:spcAft>
                <a:spcPts val="0"/>
              </a:spcAft>
              <a:buClr>
                <a:schemeClr val="dk1"/>
              </a:buClr>
              <a:buSzPts val="1351"/>
              <a:buNone/>
              <a:defRPr sz="1351" b="1"/>
            </a:lvl8pPr>
            <a:lvl9pPr marL="4114800" lvl="8" indent="-228600" algn="l">
              <a:lnSpc>
                <a:spcPct val="100000"/>
              </a:lnSpc>
              <a:spcBef>
                <a:spcPts val="270"/>
              </a:spcBef>
              <a:spcAft>
                <a:spcPts val="0"/>
              </a:spcAft>
              <a:buClr>
                <a:schemeClr val="dk1"/>
              </a:buClr>
              <a:buSzPts val="1351"/>
              <a:buNone/>
              <a:defRPr sz="1351" b="1"/>
            </a:lvl9pPr>
          </a:lstStyle>
          <a:p>
            <a:endParaRPr/>
          </a:p>
        </p:txBody>
      </p:sp>
      <p:sp>
        <p:nvSpPr>
          <p:cNvPr id="48" name="Google Shape;48;p58"/>
          <p:cNvSpPr txBox="1">
            <a:spLocks noGrp="1"/>
          </p:cNvSpPr>
          <p:nvPr>
            <p:ph type="body" idx="4"/>
          </p:nvPr>
        </p:nvSpPr>
        <p:spPr>
          <a:xfrm>
            <a:off x="4645026" y="1631156"/>
            <a:ext cx="4041775" cy="2963466"/>
          </a:xfrm>
          <a:prstGeom prst="rect">
            <a:avLst/>
          </a:prstGeom>
          <a:noFill/>
          <a:ln>
            <a:noFill/>
          </a:ln>
        </p:spPr>
        <p:txBody>
          <a:bodyPr spcFirstLastPara="1" wrap="square" lIns="197900" tIns="98950" rIns="197900" bIns="98950" anchor="t" anchorCtr="0">
            <a:normAutofit/>
          </a:bodyPr>
          <a:lstStyle>
            <a:lvl1pPr marL="457200" lvl="0" indent="-356108" algn="l">
              <a:lnSpc>
                <a:spcPct val="100000"/>
              </a:lnSpc>
              <a:spcBef>
                <a:spcPts val="402"/>
              </a:spcBef>
              <a:spcAft>
                <a:spcPts val="0"/>
              </a:spcAft>
              <a:buClr>
                <a:schemeClr val="dk1"/>
              </a:buClr>
              <a:buSzPts val="2008"/>
              <a:buChar char="•"/>
              <a:defRPr sz="2008"/>
            </a:lvl1pPr>
            <a:lvl2pPr marL="914400" lvl="1" indent="-334010" algn="l">
              <a:lnSpc>
                <a:spcPct val="100000"/>
              </a:lnSpc>
              <a:spcBef>
                <a:spcPts val="332"/>
              </a:spcBef>
              <a:spcAft>
                <a:spcPts val="0"/>
              </a:spcAft>
              <a:buClr>
                <a:schemeClr val="dk1"/>
              </a:buClr>
              <a:buSzPts val="1660"/>
              <a:buChar char="–"/>
              <a:defRPr sz="1660"/>
            </a:lvl2pPr>
            <a:lvl3pPr marL="1371600" lvl="2" indent="-324231" algn="l">
              <a:lnSpc>
                <a:spcPct val="100000"/>
              </a:lnSpc>
              <a:spcBef>
                <a:spcPts val="301"/>
              </a:spcBef>
              <a:spcAft>
                <a:spcPts val="0"/>
              </a:spcAft>
              <a:buClr>
                <a:schemeClr val="dk1"/>
              </a:buClr>
              <a:buSzPts val="1506"/>
              <a:buChar char="•"/>
              <a:defRPr sz="1506"/>
            </a:lvl3pPr>
            <a:lvl4pPr marL="1828800" lvl="3" indent="-314388" algn="l">
              <a:lnSpc>
                <a:spcPct val="100000"/>
              </a:lnSpc>
              <a:spcBef>
                <a:spcPts val="270"/>
              </a:spcBef>
              <a:spcAft>
                <a:spcPts val="0"/>
              </a:spcAft>
              <a:buClr>
                <a:schemeClr val="dk1"/>
              </a:buClr>
              <a:buSzPts val="1351"/>
              <a:buChar char="–"/>
              <a:defRPr sz="1351"/>
            </a:lvl4pPr>
            <a:lvl5pPr marL="2286000" lvl="4" indent="-314388" algn="l">
              <a:lnSpc>
                <a:spcPct val="100000"/>
              </a:lnSpc>
              <a:spcBef>
                <a:spcPts val="270"/>
              </a:spcBef>
              <a:spcAft>
                <a:spcPts val="0"/>
              </a:spcAft>
              <a:buClr>
                <a:schemeClr val="dk1"/>
              </a:buClr>
              <a:buSzPts val="1351"/>
              <a:buChar char="»"/>
              <a:defRPr sz="1351"/>
            </a:lvl5pPr>
            <a:lvl6pPr marL="2743200" lvl="5" indent="-314388" algn="l">
              <a:lnSpc>
                <a:spcPct val="100000"/>
              </a:lnSpc>
              <a:spcBef>
                <a:spcPts val="270"/>
              </a:spcBef>
              <a:spcAft>
                <a:spcPts val="0"/>
              </a:spcAft>
              <a:buClr>
                <a:schemeClr val="dk1"/>
              </a:buClr>
              <a:buSzPts val="1351"/>
              <a:buChar char="•"/>
              <a:defRPr sz="1351"/>
            </a:lvl6pPr>
            <a:lvl7pPr marL="3200400" lvl="6" indent="-314388" algn="l">
              <a:lnSpc>
                <a:spcPct val="100000"/>
              </a:lnSpc>
              <a:spcBef>
                <a:spcPts val="270"/>
              </a:spcBef>
              <a:spcAft>
                <a:spcPts val="0"/>
              </a:spcAft>
              <a:buClr>
                <a:schemeClr val="dk1"/>
              </a:buClr>
              <a:buSzPts val="1351"/>
              <a:buChar char="•"/>
              <a:defRPr sz="1351"/>
            </a:lvl7pPr>
            <a:lvl8pPr marL="3657600" lvl="7" indent="-314388" algn="l">
              <a:lnSpc>
                <a:spcPct val="100000"/>
              </a:lnSpc>
              <a:spcBef>
                <a:spcPts val="270"/>
              </a:spcBef>
              <a:spcAft>
                <a:spcPts val="0"/>
              </a:spcAft>
              <a:buClr>
                <a:schemeClr val="dk1"/>
              </a:buClr>
              <a:buSzPts val="1351"/>
              <a:buChar char="•"/>
              <a:defRPr sz="1351"/>
            </a:lvl8pPr>
            <a:lvl9pPr marL="4114800" lvl="8" indent="-314388" algn="l">
              <a:lnSpc>
                <a:spcPct val="100000"/>
              </a:lnSpc>
              <a:spcBef>
                <a:spcPts val="270"/>
              </a:spcBef>
              <a:spcAft>
                <a:spcPts val="0"/>
              </a:spcAft>
              <a:buClr>
                <a:schemeClr val="dk1"/>
              </a:buClr>
              <a:buSzPts val="1351"/>
              <a:buChar char="•"/>
              <a:defRPr sz="1351"/>
            </a:lvl9pPr>
          </a:lstStyle>
          <a:p>
            <a:endParaRPr/>
          </a:p>
        </p:txBody>
      </p:sp>
      <p:sp>
        <p:nvSpPr>
          <p:cNvPr id="49" name="Google Shape;49;p58"/>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8"/>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8"/>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59"/>
          <p:cNvSpPr txBox="1">
            <a:spLocks noGrp="1"/>
          </p:cNvSpPr>
          <p:nvPr>
            <p:ph type="title"/>
          </p:nvPr>
        </p:nvSpPr>
        <p:spPr>
          <a:xfrm>
            <a:off x="0" y="83360"/>
            <a:ext cx="9144000" cy="682461"/>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9"/>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9"/>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9"/>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60"/>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60"/>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0"/>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61"/>
          <p:cNvSpPr txBox="1">
            <a:spLocks noGrp="1"/>
          </p:cNvSpPr>
          <p:nvPr>
            <p:ph type="title"/>
          </p:nvPr>
        </p:nvSpPr>
        <p:spPr>
          <a:xfrm>
            <a:off x="457200" y="204787"/>
            <a:ext cx="3008313" cy="871538"/>
          </a:xfrm>
          <a:prstGeom prst="rect">
            <a:avLst/>
          </a:prstGeom>
          <a:noFill/>
          <a:ln>
            <a:noFill/>
          </a:ln>
        </p:spPr>
        <p:txBody>
          <a:bodyPr spcFirstLastPara="1" wrap="square" lIns="197900" tIns="98950" rIns="197900" bIns="98950" anchor="b" anchorCtr="0">
            <a:normAutofit/>
          </a:bodyPr>
          <a:lstStyle>
            <a:lvl1pPr lvl="0" algn="l">
              <a:lnSpc>
                <a:spcPct val="100000"/>
              </a:lnSpc>
              <a:spcBef>
                <a:spcPts val="0"/>
              </a:spcBef>
              <a:spcAft>
                <a:spcPts val="0"/>
              </a:spcAft>
              <a:buClr>
                <a:schemeClr val="dk1"/>
              </a:buClr>
              <a:buSzPts val="1660"/>
              <a:buFont typeface="Calibri"/>
              <a:buNone/>
              <a:defRPr sz="16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1"/>
          <p:cNvSpPr txBox="1">
            <a:spLocks noGrp="1"/>
          </p:cNvSpPr>
          <p:nvPr>
            <p:ph type="body" idx="1"/>
          </p:nvPr>
        </p:nvSpPr>
        <p:spPr>
          <a:xfrm>
            <a:off x="3575050" y="204788"/>
            <a:ext cx="5111750" cy="4389835"/>
          </a:xfrm>
          <a:prstGeom prst="rect">
            <a:avLst/>
          </a:prstGeom>
          <a:noFill/>
          <a:ln>
            <a:noFill/>
          </a:ln>
        </p:spPr>
        <p:txBody>
          <a:bodyPr spcFirstLastPara="1" wrap="square" lIns="197900" tIns="98950" rIns="197900" bIns="98950" anchor="t" anchorCtr="0">
            <a:normAutofit/>
          </a:bodyPr>
          <a:lstStyle>
            <a:lvl1pPr marL="457200" lvl="0" indent="-397764" algn="l">
              <a:lnSpc>
                <a:spcPct val="100000"/>
              </a:lnSpc>
              <a:spcBef>
                <a:spcPts val="533"/>
              </a:spcBef>
              <a:spcAft>
                <a:spcPts val="0"/>
              </a:spcAft>
              <a:buClr>
                <a:schemeClr val="dk1"/>
              </a:buClr>
              <a:buSzPts val="2664"/>
              <a:buChar char="•"/>
              <a:defRPr sz="2664"/>
            </a:lvl1pPr>
            <a:lvl2pPr marL="914400" lvl="1" indent="-378142" algn="l">
              <a:lnSpc>
                <a:spcPct val="100000"/>
              </a:lnSpc>
              <a:spcBef>
                <a:spcPts val="471"/>
              </a:spcBef>
              <a:spcAft>
                <a:spcPts val="0"/>
              </a:spcAft>
              <a:buClr>
                <a:schemeClr val="dk1"/>
              </a:buClr>
              <a:buSzPts val="2355"/>
              <a:buChar char="–"/>
              <a:defRPr sz="2355"/>
            </a:lvl2pPr>
            <a:lvl3pPr marL="1371600" lvl="2" indent="-356108" algn="l">
              <a:lnSpc>
                <a:spcPct val="100000"/>
              </a:lnSpc>
              <a:spcBef>
                <a:spcPts val="402"/>
              </a:spcBef>
              <a:spcAft>
                <a:spcPts val="0"/>
              </a:spcAft>
              <a:buClr>
                <a:schemeClr val="dk1"/>
              </a:buClr>
              <a:buSzPts val="2008"/>
              <a:buChar char="•"/>
              <a:defRPr sz="2008"/>
            </a:lvl3pPr>
            <a:lvl4pPr marL="1828800" lvl="3" indent="-334010" algn="l">
              <a:lnSpc>
                <a:spcPct val="100000"/>
              </a:lnSpc>
              <a:spcBef>
                <a:spcPts val="332"/>
              </a:spcBef>
              <a:spcAft>
                <a:spcPts val="0"/>
              </a:spcAft>
              <a:buClr>
                <a:schemeClr val="dk1"/>
              </a:buClr>
              <a:buSzPts val="1660"/>
              <a:buChar char="–"/>
              <a:defRPr sz="1660"/>
            </a:lvl4pPr>
            <a:lvl5pPr marL="2286000" lvl="4" indent="-334010" algn="l">
              <a:lnSpc>
                <a:spcPct val="100000"/>
              </a:lnSpc>
              <a:spcBef>
                <a:spcPts val="332"/>
              </a:spcBef>
              <a:spcAft>
                <a:spcPts val="0"/>
              </a:spcAft>
              <a:buClr>
                <a:schemeClr val="dk1"/>
              </a:buClr>
              <a:buSzPts val="1660"/>
              <a:buChar char="»"/>
              <a:defRPr sz="1660"/>
            </a:lvl5pPr>
            <a:lvl6pPr marL="2743200" lvl="5" indent="-334010" algn="l">
              <a:lnSpc>
                <a:spcPct val="100000"/>
              </a:lnSpc>
              <a:spcBef>
                <a:spcPts val="332"/>
              </a:spcBef>
              <a:spcAft>
                <a:spcPts val="0"/>
              </a:spcAft>
              <a:buClr>
                <a:schemeClr val="dk1"/>
              </a:buClr>
              <a:buSzPts val="1660"/>
              <a:buChar char="•"/>
              <a:defRPr sz="1660"/>
            </a:lvl6pPr>
            <a:lvl7pPr marL="3200400" lvl="6" indent="-334010" algn="l">
              <a:lnSpc>
                <a:spcPct val="100000"/>
              </a:lnSpc>
              <a:spcBef>
                <a:spcPts val="332"/>
              </a:spcBef>
              <a:spcAft>
                <a:spcPts val="0"/>
              </a:spcAft>
              <a:buClr>
                <a:schemeClr val="dk1"/>
              </a:buClr>
              <a:buSzPts val="1660"/>
              <a:buChar char="•"/>
              <a:defRPr sz="1660"/>
            </a:lvl7pPr>
            <a:lvl8pPr marL="3657600" lvl="7" indent="-334009" algn="l">
              <a:lnSpc>
                <a:spcPct val="100000"/>
              </a:lnSpc>
              <a:spcBef>
                <a:spcPts val="332"/>
              </a:spcBef>
              <a:spcAft>
                <a:spcPts val="0"/>
              </a:spcAft>
              <a:buClr>
                <a:schemeClr val="dk1"/>
              </a:buClr>
              <a:buSzPts val="1660"/>
              <a:buChar char="•"/>
              <a:defRPr sz="1660"/>
            </a:lvl8pPr>
            <a:lvl9pPr marL="4114800" lvl="8" indent="-334009" algn="l">
              <a:lnSpc>
                <a:spcPct val="100000"/>
              </a:lnSpc>
              <a:spcBef>
                <a:spcPts val="332"/>
              </a:spcBef>
              <a:spcAft>
                <a:spcPts val="0"/>
              </a:spcAft>
              <a:buClr>
                <a:schemeClr val="dk1"/>
              </a:buClr>
              <a:buSzPts val="1660"/>
              <a:buChar char="•"/>
              <a:defRPr sz="1660"/>
            </a:lvl9pPr>
          </a:lstStyle>
          <a:p>
            <a:endParaRPr/>
          </a:p>
        </p:txBody>
      </p:sp>
      <p:sp>
        <p:nvSpPr>
          <p:cNvPr id="64" name="Google Shape;64;p61"/>
          <p:cNvSpPr txBox="1">
            <a:spLocks noGrp="1"/>
          </p:cNvSpPr>
          <p:nvPr>
            <p:ph type="body" idx="2"/>
          </p:nvPr>
        </p:nvSpPr>
        <p:spPr>
          <a:xfrm>
            <a:off x="457200" y="1076326"/>
            <a:ext cx="3008313" cy="3518297"/>
          </a:xfrm>
          <a:prstGeom prst="rect">
            <a:avLst/>
          </a:prstGeom>
          <a:noFill/>
          <a:ln>
            <a:noFill/>
          </a:ln>
        </p:spPr>
        <p:txBody>
          <a:bodyPr spcFirstLastPara="1" wrap="square" lIns="197900" tIns="98950" rIns="197900" bIns="98950" anchor="t" anchorCtr="0">
            <a:normAutofit/>
          </a:bodyPr>
          <a:lstStyle>
            <a:lvl1pPr marL="457200" lvl="0" indent="-228600" algn="l">
              <a:lnSpc>
                <a:spcPct val="100000"/>
              </a:lnSpc>
              <a:spcBef>
                <a:spcPts val="232"/>
              </a:spcBef>
              <a:spcAft>
                <a:spcPts val="0"/>
              </a:spcAft>
              <a:buClr>
                <a:schemeClr val="dk1"/>
              </a:buClr>
              <a:buSzPts val="1158"/>
              <a:buNone/>
              <a:defRPr sz="1158"/>
            </a:lvl1pPr>
            <a:lvl2pPr marL="914400" lvl="1" indent="-228600" algn="l">
              <a:lnSpc>
                <a:spcPct val="100000"/>
              </a:lnSpc>
              <a:spcBef>
                <a:spcPts val="201"/>
              </a:spcBef>
              <a:spcAft>
                <a:spcPts val="0"/>
              </a:spcAft>
              <a:buClr>
                <a:schemeClr val="dk1"/>
              </a:buClr>
              <a:buSzPts val="1004"/>
              <a:buNone/>
              <a:defRPr sz="1004"/>
            </a:lvl2pPr>
            <a:lvl3pPr marL="1371600" lvl="2" indent="-228600" algn="l">
              <a:lnSpc>
                <a:spcPct val="100000"/>
              </a:lnSpc>
              <a:spcBef>
                <a:spcPts val="170"/>
              </a:spcBef>
              <a:spcAft>
                <a:spcPts val="0"/>
              </a:spcAft>
              <a:buClr>
                <a:schemeClr val="dk1"/>
              </a:buClr>
              <a:buSzPts val="849"/>
              <a:buNone/>
              <a:defRPr sz="849"/>
            </a:lvl3pPr>
            <a:lvl4pPr marL="1828800" lvl="3" indent="-228600" algn="l">
              <a:lnSpc>
                <a:spcPct val="100000"/>
              </a:lnSpc>
              <a:spcBef>
                <a:spcPts val="147"/>
              </a:spcBef>
              <a:spcAft>
                <a:spcPts val="0"/>
              </a:spcAft>
              <a:buClr>
                <a:schemeClr val="dk1"/>
              </a:buClr>
              <a:buSzPts val="734"/>
              <a:buNone/>
              <a:defRPr sz="734"/>
            </a:lvl4pPr>
            <a:lvl5pPr marL="2286000" lvl="4" indent="-228600" algn="l">
              <a:lnSpc>
                <a:spcPct val="100000"/>
              </a:lnSpc>
              <a:spcBef>
                <a:spcPts val="147"/>
              </a:spcBef>
              <a:spcAft>
                <a:spcPts val="0"/>
              </a:spcAft>
              <a:buClr>
                <a:schemeClr val="dk1"/>
              </a:buClr>
              <a:buSzPts val="734"/>
              <a:buNone/>
              <a:defRPr sz="734"/>
            </a:lvl5pPr>
            <a:lvl6pPr marL="2743200" lvl="5" indent="-228600" algn="l">
              <a:lnSpc>
                <a:spcPct val="100000"/>
              </a:lnSpc>
              <a:spcBef>
                <a:spcPts val="147"/>
              </a:spcBef>
              <a:spcAft>
                <a:spcPts val="0"/>
              </a:spcAft>
              <a:buClr>
                <a:schemeClr val="dk1"/>
              </a:buClr>
              <a:buSzPts val="734"/>
              <a:buNone/>
              <a:defRPr sz="734"/>
            </a:lvl6pPr>
            <a:lvl7pPr marL="3200400" lvl="6" indent="-228600" algn="l">
              <a:lnSpc>
                <a:spcPct val="100000"/>
              </a:lnSpc>
              <a:spcBef>
                <a:spcPts val="147"/>
              </a:spcBef>
              <a:spcAft>
                <a:spcPts val="0"/>
              </a:spcAft>
              <a:buClr>
                <a:schemeClr val="dk1"/>
              </a:buClr>
              <a:buSzPts val="734"/>
              <a:buNone/>
              <a:defRPr sz="734"/>
            </a:lvl7pPr>
            <a:lvl8pPr marL="3657600" lvl="7" indent="-228600" algn="l">
              <a:lnSpc>
                <a:spcPct val="100000"/>
              </a:lnSpc>
              <a:spcBef>
                <a:spcPts val="147"/>
              </a:spcBef>
              <a:spcAft>
                <a:spcPts val="0"/>
              </a:spcAft>
              <a:buClr>
                <a:schemeClr val="dk1"/>
              </a:buClr>
              <a:buSzPts val="734"/>
              <a:buNone/>
              <a:defRPr sz="734"/>
            </a:lvl8pPr>
            <a:lvl9pPr marL="4114800" lvl="8" indent="-228600" algn="l">
              <a:lnSpc>
                <a:spcPct val="100000"/>
              </a:lnSpc>
              <a:spcBef>
                <a:spcPts val="147"/>
              </a:spcBef>
              <a:spcAft>
                <a:spcPts val="0"/>
              </a:spcAft>
              <a:buClr>
                <a:schemeClr val="dk1"/>
              </a:buClr>
              <a:buSzPts val="734"/>
              <a:buNone/>
              <a:defRPr sz="734"/>
            </a:lvl9pPr>
          </a:lstStyle>
          <a:p>
            <a:endParaRPr/>
          </a:p>
        </p:txBody>
      </p:sp>
      <p:sp>
        <p:nvSpPr>
          <p:cNvPr id="65" name="Google Shape;65;p61"/>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61"/>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1"/>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62"/>
          <p:cNvSpPr txBox="1">
            <a:spLocks noGrp="1"/>
          </p:cNvSpPr>
          <p:nvPr>
            <p:ph type="title"/>
          </p:nvPr>
        </p:nvSpPr>
        <p:spPr>
          <a:xfrm>
            <a:off x="1792288" y="3600450"/>
            <a:ext cx="5486400" cy="425053"/>
          </a:xfrm>
          <a:prstGeom prst="rect">
            <a:avLst/>
          </a:prstGeom>
          <a:noFill/>
          <a:ln>
            <a:noFill/>
          </a:ln>
        </p:spPr>
        <p:txBody>
          <a:bodyPr spcFirstLastPara="1" wrap="square" lIns="197900" tIns="98950" rIns="197900" bIns="98950" anchor="b" anchorCtr="0">
            <a:normAutofit/>
          </a:bodyPr>
          <a:lstStyle>
            <a:lvl1pPr lvl="0" algn="l">
              <a:lnSpc>
                <a:spcPct val="100000"/>
              </a:lnSpc>
              <a:spcBef>
                <a:spcPts val="0"/>
              </a:spcBef>
              <a:spcAft>
                <a:spcPts val="0"/>
              </a:spcAft>
              <a:buClr>
                <a:schemeClr val="dk1"/>
              </a:buClr>
              <a:buSzPts val="1660"/>
              <a:buFont typeface="Calibri"/>
              <a:buNone/>
              <a:defRPr sz="16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2"/>
          <p:cNvSpPr>
            <a:spLocks noGrp="1"/>
          </p:cNvSpPr>
          <p:nvPr>
            <p:ph type="pic" idx="2"/>
          </p:nvPr>
        </p:nvSpPr>
        <p:spPr>
          <a:xfrm>
            <a:off x="1792288" y="459581"/>
            <a:ext cx="5486400" cy="3086100"/>
          </a:xfrm>
          <a:prstGeom prst="rect">
            <a:avLst/>
          </a:prstGeom>
          <a:noFill/>
          <a:ln>
            <a:noFill/>
          </a:ln>
        </p:spPr>
      </p:sp>
      <p:sp>
        <p:nvSpPr>
          <p:cNvPr id="71" name="Google Shape;71;p62"/>
          <p:cNvSpPr txBox="1">
            <a:spLocks noGrp="1"/>
          </p:cNvSpPr>
          <p:nvPr>
            <p:ph type="body" idx="1"/>
          </p:nvPr>
        </p:nvSpPr>
        <p:spPr>
          <a:xfrm>
            <a:off x="1792288" y="4025503"/>
            <a:ext cx="5486400" cy="603647"/>
          </a:xfrm>
          <a:prstGeom prst="rect">
            <a:avLst/>
          </a:prstGeom>
          <a:noFill/>
          <a:ln>
            <a:noFill/>
          </a:ln>
        </p:spPr>
        <p:txBody>
          <a:bodyPr spcFirstLastPara="1" wrap="square" lIns="197900" tIns="98950" rIns="197900" bIns="98950" anchor="t" anchorCtr="0">
            <a:normAutofit/>
          </a:bodyPr>
          <a:lstStyle>
            <a:lvl1pPr marL="457200" lvl="0" indent="-228600" algn="l">
              <a:lnSpc>
                <a:spcPct val="100000"/>
              </a:lnSpc>
              <a:spcBef>
                <a:spcPts val="232"/>
              </a:spcBef>
              <a:spcAft>
                <a:spcPts val="0"/>
              </a:spcAft>
              <a:buClr>
                <a:schemeClr val="dk1"/>
              </a:buClr>
              <a:buSzPts val="1158"/>
              <a:buNone/>
              <a:defRPr sz="1158"/>
            </a:lvl1pPr>
            <a:lvl2pPr marL="914400" lvl="1" indent="-228600" algn="l">
              <a:lnSpc>
                <a:spcPct val="100000"/>
              </a:lnSpc>
              <a:spcBef>
                <a:spcPts val="201"/>
              </a:spcBef>
              <a:spcAft>
                <a:spcPts val="0"/>
              </a:spcAft>
              <a:buClr>
                <a:schemeClr val="dk1"/>
              </a:buClr>
              <a:buSzPts val="1004"/>
              <a:buNone/>
              <a:defRPr sz="1004"/>
            </a:lvl2pPr>
            <a:lvl3pPr marL="1371600" lvl="2" indent="-228600" algn="l">
              <a:lnSpc>
                <a:spcPct val="100000"/>
              </a:lnSpc>
              <a:spcBef>
                <a:spcPts val="170"/>
              </a:spcBef>
              <a:spcAft>
                <a:spcPts val="0"/>
              </a:spcAft>
              <a:buClr>
                <a:schemeClr val="dk1"/>
              </a:buClr>
              <a:buSzPts val="849"/>
              <a:buNone/>
              <a:defRPr sz="849"/>
            </a:lvl3pPr>
            <a:lvl4pPr marL="1828800" lvl="3" indent="-228600" algn="l">
              <a:lnSpc>
                <a:spcPct val="100000"/>
              </a:lnSpc>
              <a:spcBef>
                <a:spcPts val="147"/>
              </a:spcBef>
              <a:spcAft>
                <a:spcPts val="0"/>
              </a:spcAft>
              <a:buClr>
                <a:schemeClr val="dk1"/>
              </a:buClr>
              <a:buSzPts val="734"/>
              <a:buNone/>
              <a:defRPr sz="734"/>
            </a:lvl4pPr>
            <a:lvl5pPr marL="2286000" lvl="4" indent="-228600" algn="l">
              <a:lnSpc>
                <a:spcPct val="100000"/>
              </a:lnSpc>
              <a:spcBef>
                <a:spcPts val="147"/>
              </a:spcBef>
              <a:spcAft>
                <a:spcPts val="0"/>
              </a:spcAft>
              <a:buClr>
                <a:schemeClr val="dk1"/>
              </a:buClr>
              <a:buSzPts val="734"/>
              <a:buNone/>
              <a:defRPr sz="734"/>
            </a:lvl5pPr>
            <a:lvl6pPr marL="2743200" lvl="5" indent="-228600" algn="l">
              <a:lnSpc>
                <a:spcPct val="100000"/>
              </a:lnSpc>
              <a:spcBef>
                <a:spcPts val="147"/>
              </a:spcBef>
              <a:spcAft>
                <a:spcPts val="0"/>
              </a:spcAft>
              <a:buClr>
                <a:schemeClr val="dk1"/>
              </a:buClr>
              <a:buSzPts val="734"/>
              <a:buNone/>
              <a:defRPr sz="734"/>
            </a:lvl6pPr>
            <a:lvl7pPr marL="3200400" lvl="6" indent="-228600" algn="l">
              <a:lnSpc>
                <a:spcPct val="100000"/>
              </a:lnSpc>
              <a:spcBef>
                <a:spcPts val="147"/>
              </a:spcBef>
              <a:spcAft>
                <a:spcPts val="0"/>
              </a:spcAft>
              <a:buClr>
                <a:schemeClr val="dk1"/>
              </a:buClr>
              <a:buSzPts val="734"/>
              <a:buNone/>
              <a:defRPr sz="734"/>
            </a:lvl7pPr>
            <a:lvl8pPr marL="3657600" lvl="7" indent="-228600" algn="l">
              <a:lnSpc>
                <a:spcPct val="100000"/>
              </a:lnSpc>
              <a:spcBef>
                <a:spcPts val="147"/>
              </a:spcBef>
              <a:spcAft>
                <a:spcPts val="0"/>
              </a:spcAft>
              <a:buClr>
                <a:schemeClr val="dk1"/>
              </a:buClr>
              <a:buSzPts val="734"/>
              <a:buNone/>
              <a:defRPr sz="734"/>
            </a:lvl8pPr>
            <a:lvl9pPr marL="4114800" lvl="8" indent="-228600" algn="l">
              <a:lnSpc>
                <a:spcPct val="100000"/>
              </a:lnSpc>
              <a:spcBef>
                <a:spcPts val="147"/>
              </a:spcBef>
              <a:spcAft>
                <a:spcPts val="0"/>
              </a:spcAft>
              <a:buClr>
                <a:schemeClr val="dk1"/>
              </a:buClr>
              <a:buSzPts val="734"/>
              <a:buNone/>
              <a:defRPr sz="734"/>
            </a:lvl9pPr>
          </a:lstStyle>
          <a:p>
            <a:endParaRPr/>
          </a:p>
        </p:txBody>
      </p:sp>
      <p:sp>
        <p:nvSpPr>
          <p:cNvPr id="72" name="Google Shape;72;p62"/>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62"/>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2"/>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63"/>
          <p:cNvSpPr txBox="1">
            <a:spLocks noGrp="1"/>
          </p:cNvSpPr>
          <p:nvPr>
            <p:ph type="title"/>
          </p:nvPr>
        </p:nvSpPr>
        <p:spPr>
          <a:xfrm>
            <a:off x="0" y="83360"/>
            <a:ext cx="9144000" cy="682461"/>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3"/>
          <p:cNvSpPr txBox="1">
            <a:spLocks noGrp="1"/>
          </p:cNvSpPr>
          <p:nvPr>
            <p:ph type="body" idx="1"/>
          </p:nvPr>
        </p:nvSpPr>
        <p:spPr>
          <a:xfrm rot="5400000">
            <a:off x="2874764" y="-1217413"/>
            <a:ext cx="3394472" cy="8229600"/>
          </a:xfrm>
          <a:prstGeom prst="rect">
            <a:avLst/>
          </a:prstGeom>
          <a:noFill/>
          <a:ln>
            <a:noFill/>
          </a:ln>
        </p:spPr>
        <p:txBody>
          <a:bodyPr spcFirstLastPara="1" wrap="square" lIns="197900" tIns="98950" rIns="197900" bIns="9895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8" name="Google Shape;78;p63"/>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63"/>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63"/>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64"/>
          <p:cNvSpPr txBox="1">
            <a:spLocks noGrp="1"/>
          </p:cNvSpPr>
          <p:nvPr>
            <p:ph type="title"/>
          </p:nvPr>
        </p:nvSpPr>
        <p:spPr>
          <a:xfrm rot="5400000">
            <a:off x="5463778" y="1371601"/>
            <a:ext cx="4388644" cy="2057400"/>
          </a:xfrm>
          <a:prstGeom prst="rect">
            <a:avLst/>
          </a:prstGeom>
          <a:noFill/>
          <a:ln>
            <a:noFill/>
          </a:ln>
        </p:spPr>
        <p:txBody>
          <a:bodyPr spcFirstLastPara="1" wrap="square" lIns="197900" tIns="98950" rIns="197900" bIns="989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4"/>
          <p:cNvSpPr txBox="1">
            <a:spLocks noGrp="1"/>
          </p:cNvSpPr>
          <p:nvPr>
            <p:ph type="body" idx="1"/>
          </p:nvPr>
        </p:nvSpPr>
        <p:spPr>
          <a:xfrm rot="5400000">
            <a:off x="1272778" y="-609599"/>
            <a:ext cx="4388644" cy="6019800"/>
          </a:xfrm>
          <a:prstGeom prst="rect">
            <a:avLst/>
          </a:prstGeom>
          <a:noFill/>
          <a:ln>
            <a:noFill/>
          </a:ln>
        </p:spPr>
        <p:txBody>
          <a:bodyPr spcFirstLastPara="1" wrap="square" lIns="197900" tIns="98950" rIns="197900" bIns="9895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4" name="Google Shape;84;p64"/>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64"/>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64"/>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2"/>
          <p:cNvSpPr txBox="1">
            <a:spLocks noGrp="1"/>
          </p:cNvSpPr>
          <p:nvPr>
            <p:ph type="title"/>
          </p:nvPr>
        </p:nvSpPr>
        <p:spPr>
          <a:xfrm>
            <a:off x="0" y="83360"/>
            <a:ext cx="9144000" cy="682461"/>
          </a:xfrm>
          <a:prstGeom prst="rect">
            <a:avLst/>
          </a:prstGeom>
          <a:noFill/>
          <a:ln>
            <a:noFill/>
          </a:ln>
        </p:spPr>
        <p:txBody>
          <a:bodyPr spcFirstLastPara="1" wrap="square" lIns="197900" tIns="98950" rIns="197900" bIns="98950" anchor="ctr" anchorCtr="0">
            <a:normAutofit/>
          </a:bodyPr>
          <a:lstStyle>
            <a:lvl1pPr marR="0" lvl="0" algn="ctr" rtl="0">
              <a:lnSpc>
                <a:spcPct val="100000"/>
              </a:lnSpc>
              <a:spcBef>
                <a:spcPts val="0"/>
              </a:spcBef>
              <a:spcAft>
                <a:spcPts val="0"/>
              </a:spcAft>
              <a:buClr>
                <a:schemeClr val="dk1"/>
              </a:buClr>
              <a:buSzPts val="3668"/>
              <a:buFont typeface="Calibri"/>
              <a:buNone/>
              <a:defRPr sz="3668"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52"/>
          <p:cNvSpPr txBox="1">
            <a:spLocks noGrp="1"/>
          </p:cNvSpPr>
          <p:nvPr>
            <p:ph type="body" idx="1"/>
          </p:nvPr>
        </p:nvSpPr>
        <p:spPr>
          <a:xfrm>
            <a:off x="457200" y="1200151"/>
            <a:ext cx="8229600" cy="3394472"/>
          </a:xfrm>
          <a:prstGeom prst="rect">
            <a:avLst/>
          </a:prstGeom>
          <a:noFill/>
          <a:ln>
            <a:noFill/>
          </a:ln>
        </p:spPr>
        <p:txBody>
          <a:bodyPr spcFirstLastPara="1" wrap="square" lIns="197900" tIns="98950" rIns="197900" bIns="98950" anchor="t" anchorCtr="0">
            <a:normAutofit/>
          </a:bodyPr>
          <a:lstStyle>
            <a:lvl1pPr marL="457200" marR="0" lvl="0" indent="-397764" algn="l" rtl="0">
              <a:lnSpc>
                <a:spcPct val="100000"/>
              </a:lnSpc>
              <a:spcBef>
                <a:spcPts val="533"/>
              </a:spcBef>
              <a:spcAft>
                <a:spcPts val="0"/>
              </a:spcAft>
              <a:buClr>
                <a:schemeClr val="dk1"/>
              </a:buClr>
              <a:buSzPts val="2664"/>
              <a:buFont typeface="Arial"/>
              <a:buChar char="•"/>
              <a:defRPr sz="2664" b="0" i="0" u="none" strike="noStrike" cap="none">
                <a:solidFill>
                  <a:schemeClr val="dk1"/>
                </a:solidFill>
                <a:latin typeface="Calibri"/>
                <a:ea typeface="Calibri"/>
                <a:cs typeface="Calibri"/>
                <a:sym typeface="Calibri"/>
              </a:defRPr>
            </a:lvl1pPr>
            <a:lvl2pPr marL="914400" marR="0" lvl="1" indent="-378142" algn="l" rtl="0">
              <a:lnSpc>
                <a:spcPct val="100000"/>
              </a:lnSpc>
              <a:spcBef>
                <a:spcPts val="471"/>
              </a:spcBef>
              <a:spcAft>
                <a:spcPts val="0"/>
              </a:spcAft>
              <a:buClr>
                <a:schemeClr val="dk1"/>
              </a:buClr>
              <a:buSzPts val="2355"/>
              <a:buFont typeface="Arial"/>
              <a:buChar char="–"/>
              <a:defRPr sz="2355" b="0" i="0" u="none" strike="noStrike" cap="none">
                <a:solidFill>
                  <a:schemeClr val="dk1"/>
                </a:solidFill>
                <a:latin typeface="Calibri"/>
                <a:ea typeface="Calibri"/>
                <a:cs typeface="Calibri"/>
                <a:sym typeface="Calibri"/>
              </a:defRPr>
            </a:lvl2pPr>
            <a:lvl3pPr marL="1371600" marR="0" lvl="2" indent="-356108" algn="l" rtl="0">
              <a:lnSpc>
                <a:spcPct val="100000"/>
              </a:lnSpc>
              <a:spcBef>
                <a:spcPts val="402"/>
              </a:spcBef>
              <a:spcAft>
                <a:spcPts val="0"/>
              </a:spcAft>
              <a:buClr>
                <a:schemeClr val="dk1"/>
              </a:buClr>
              <a:buSzPts val="2008"/>
              <a:buFont typeface="Arial"/>
              <a:buChar char="•"/>
              <a:defRPr sz="2008" b="0" i="0" u="none" strike="noStrike" cap="none">
                <a:solidFill>
                  <a:schemeClr val="dk1"/>
                </a:solidFill>
                <a:latin typeface="Calibri"/>
                <a:ea typeface="Calibri"/>
                <a:cs typeface="Calibri"/>
                <a:sym typeface="Calibri"/>
              </a:defRPr>
            </a:lvl3pPr>
            <a:lvl4pPr marL="1828800" marR="0" lvl="3" indent="-334010" algn="l" rtl="0">
              <a:lnSpc>
                <a:spcPct val="100000"/>
              </a:lnSpc>
              <a:spcBef>
                <a:spcPts val="332"/>
              </a:spcBef>
              <a:spcAft>
                <a:spcPts val="0"/>
              </a:spcAft>
              <a:buClr>
                <a:schemeClr val="dk1"/>
              </a:buClr>
              <a:buSzPts val="1660"/>
              <a:buFont typeface="Arial"/>
              <a:buChar char="–"/>
              <a:defRPr sz="1660" b="0" i="0" u="none" strike="noStrike" cap="none">
                <a:solidFill>
                  <a:schemeClr val="dk1"/>
                </a:solidFill>
                <a:latin typeface="Calibri"/>
                <a:ea typeface="Calibri"/>
                <a:cs typeface="Calibri"/>
                <a:sym typeface="Calibri"/>
              </a:defRPr>
            </a:lvl4pPr>
            <a:lvl5pPr marL="2286000" marR="0" lvl="4" indent="-334010" algn="l" rtl="0">
              <a:lnSpc>
                <a:spcPct val="100000"/>
              </a:lnSpc>
              <a:spcBef>
                <a:spcPts val="332"/>
              </a:spcBef>
              <a:spcAft>
                <a:spcPts val="0"/>
              </a:spcAft>
              <a:buClr>
                <a:schemeClr val="dk1"/>
              </a:buClr>
              <a:buSzPts val="1660"/>
              <a:buFont typeface="Arial"/>
              <a:buChar char="»"/>
              <a:defRPr sz="1660" b="0" i="0" u="none" strike="noStrike" cap="none">
                <a:solidFill>
                  <a:schemeClr val="dk1"/>
                </a:solidFill>
                <a:latin typeface="Calibri"/>
                <a:ea typeface="Calibri"/>
                <a:cs typeface="Calibri"/>
                <a:sym typeface="Calibri"/>
              </a:defRPr>
            </a:lvl5pPr>
            <a:lvl6pPr marL="2743200" marR="0" lvl="5" indent="-334010" algn="l" rtl="0">
              <a:lnSpc>
                <a:spcPct val="100000"/>
              </a:lnSpc>
              <a:spcBef>
                <a:spcPts val="332"/>
              </a:spcBef>
              <a:spcAft>
                <a:spcPts val="0"/>
              </a:spcAft>
              <a:buClr>
                <a:schemeClr val="dk1"/>
              </a:buClr>
              <a:buSzPts val="1660"/>
              <a:buFont typeface="Arial"/>
              <a:buChar char="•"/>
              <a:defRPr sz="1660" b="0" i="0" u="none" strike="noStrike" cap="none">
                <a:solidFill>
                  <a:schemeClr val="dk1"/>
                </a:solidFill>
                <a:latin typeface="Calibri"/>
                <a:ea typeface="Calibri"/>
                <a:cs typeface="Calibri"/>
                <a:sym typeface="Calibri"/>
              </a:defRPr>
            </a:lvl6pPr>
            <a:lvl7pPr marL="3200400" marR="0" lvl="6" indent="-334010" algn="l" rtl="0">
              <a:lnSpc>
                <a:spcPct val="100000"/>
              </a:lnSpc>
              <a:spcBef>
                <a:spcPts val="332"/>
              </a:spcBef>
              <a:spcAft>
                <a:spcPts val="0"/>
              </a:spcAft>
              <a:buClr>
                <a:schemeClr val="dk1"/>
              </a:buClr>
              <a:buSzPts val="1660"/>
              <a:buFont typeface="Arial"/>
              <a:buChar char="•"/>
              <a:defRPr sz="1660" b="0" i="0" u="none" strike="noStrike" cap="none">
                <a:solidFill>
                  <a:schemeClr val="dk1"/>
                </a:solidFill>
                <a:latin typeface="Calibri"/>
                <a:ea typeface="Calibri"/>
                <a:cs typeface="Calibri"/>
                <a:sym typeface="Calibri"/>
              </a:defRPr>
            </a:lvl7pPr>
            <a:lvl8pPr marL="3657600" marR="0" lvl="7" indent="-334009" algn="l" rtl="0">
              <a:lnSpc>
                <a:spcPct val="100000"/>
              </a:lnSpc>
              <a:spcBef>
                <a:spcPts val="332"/>
              </a:spcBef>
              <a:spcAft>
                <a:spcPts val="0"/>
              </a:spcAft>
              <a:buClr>
                <a:schemeClr val="dk1"/>
              </a:buClr>
              <a:buSzPts val="1660"/>
              <a:buFont typeface="Arial"/>
              <a:buChar char="•"/>
              <a:defRPr sz="1660" b="0" i="0" u="none" strike="noStrike" cap="none">
                <a:solidFill>
                  <a:schemeClr val="dk1"/>
                </a:solidFill>
                <a:latin typeface="Calibri"/>
                <a:ea typeface="Calibri"/>
                <a:cs typeface="Calibri"/>
                <a:sym typeface="Calibri"/>
              </a:defRPr>
            </a:lvl8pPr>
            <a:lvl9pPr marL="4114800" marR="0" lvl="8" indent="-334009" algn="l" rtl="0">
              <a:lnSpc>
                <a:spcPct val="100000"/>
              </a:lnSpc>
              <a:spcBef>
                <a:spcPts val="332"/>
              </a:spcBef>
              <a:spcAft>
                <a:spcPts val="0"/>
              </a:spcAft>
              <a:buClr>
                <a:schemeClr val="dk1"/>
              </a:buClr>
              <a:buSzPts val="1660"/>
              <a:buFont typeface="Arial"/>
              <a:buChar char="•"/>
              <a:defRPr sz="1660" b="0" i="0" u="none" strike="noStrike" cap="none">
                <a:solidFill>
                  <a:schemeClr val="dk1"/>
                </a:solidFill>
                <a:latin typeface="Calibri"/>
                <a:ea typeface="Calibri"/>
                <a:cs typeface="Calibri"/>
                <a:sym typeface="Calibri"/>
              </a:defRPr>
            </a:lvl9pPr>
          </a:lstStyle>
          <a:p>
            <a:endParaRPr/>
          </a:p>
        </p:txBody>
      </p:sp>
      <p:sp>
        <p:nvSpPr>
          <p:cNvPr id="8" name="Google Shape;8;p52"/>
          <p:cNvSpPr txBox="1">
            <a:spLocks noGrp="1"/>
          </p:cNvSpPr>
          <p:nvPr>
            <p:ph type="dt" idx="10"/>
          </p:nvPr>
        </p:nvSpPr>
        <p:spPr>
          <a:xfrm>
            <a:off x="457200" y="4767263"/>
            <a:ext cx="2133600" cy="273844"/>
          </a:xfrm>
          <a:prstGeom prst="rect">
            <a:avLst/>
          </a:prstGeom>
          <a:noFill/>
          <a:ln>
            <a:noFill/>
          </a:ln>
        </p:spPr>
        <p:txBody>
          <a:bodyPr spcFirstLastPara="1" wrap="square" lIns="197900" tIns="98950" rIns="197900" bIns="98950" anchor="ctr" anchorCtr="0">
            <a:noAutofit/>
          </a:bodyPr>
          <a:lstStyle>
            <a:lvl1pPr marR="0" lvl="0" algn="l" rtl="0">
              <a:lnSpc>
                <a:spcPct val="100000"/>
              </a:lnSpc>
              <a:spcBef>
                <a:spcPts val="0"/>
              </a:spcBef>
              <a:spcAft>
                <a:spcPts val="0"/>
              </a:spcAft>
              <a:buClr>
                <a:srgbClr val="000000"/>
              </a:buClr>
              <a:buSzPts val="1400"/>
              <a:buFont typeface="Arial"/>
              <a:buNone/>
              <a:defRPr sz="1004"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9pPr>
          </a:lstStyle>
          <a:p>
            <a:endParaRPr/>
          </a:p>
        </p:txBody>
      </p:sp>
      <p:sp>
        <p:nvSpPr>
          <p:cNvPr id="9" name="Google Shape;9;p52"/>
          <p:cNvSpPr txBox="1">
            <a:spLocks noGrp="1"/>
          </p:cNvSpPr>
          <p:nvPr>
            <p:ph type="ftr" idx="11"/>
          </p:nvPr>
        </p:nvSpPr>
        <p:spPr>
          <a:xfrm>
            <a:off x="3124200" y="4767263"/>
            <a:ext cx="2895600" cy="273844"/>
          </a:xfrm>
          <a:prstGeom prst="rect">
            <a:avLst/>
          </a:prstGeom>
          <a:noFill/>
          <a:ln>
            <a:noFill/>
          </a:ln>
        </p:spPr>
        <p:txBody>
          <a:bodyPr spcFirstLastPara="1" wrap="square" lIns="197900" tIns="98950" rIns="197900" bIns="98950" anchor="ctr" anchorCtr="0">
            <a:noAutofit/>
          </a:bodyPr>
          <a:lstStyle>
            <a:lvl1pPr marR="0" lvl="0" algn="ctr" rtl="0">
              <a:lnSpc>
                <a:spcPct val="100000"/>
              </a:lnSpc>
              <a:spcBef>
                <a:spcPts val="0"/>
              </a:spcBef>
              <a:spcAft>
                <a:spcPts val="0"/>
              </a:spcAft>
              <a:buClr>
                <a:srgbClr val="000000"/>
              </a:buClr>
              <a:buSzPts val="1400"/>
              <a:buFont typeface="Arial"/>
              <a:buNone/>
              <a:defRPr sz="1004"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9pPr>
          </a:lstStyle>
          <a:p>
            <a:endParaRPr/>
          </a:p>
        </p:txBody>
      </p:sp>
      <p:sp>
        <p:nvSpPr>
          <p:cNvPr id="10" name="Google Shape;10;p52"/>
          <p:cNvSpPr txBox="1">
            <a:spLocks noGrp="1"/>
          </p:cNvSpPr>
          <p:nvPr>
            <p:ph type="sldNum" idx="12"/>
          </p:nvPr>
        </p:nvSpPr>
        <p:spPr>
          <a:xfrm>
            <a:off x="6553200" y="4767263"/>
            <a:ext cx="2133600" cy="273844"/>
          </a:xfrm>
          <a:prstGeom prst="rect">
            <a:avLst/>
          </a:prstGeom>
          <a:noFill/>
          <a:ln>
            <a:noFill/>
          </a:ln>
        </p:spPr>
        <p:txBody>
          <a:bodyPr spcFirstLastPara="1" wrap="square" lIns="197900" tIns="98950" rIns="197900" bIns="98950" anchor="ctr" anchorCtr="0">
            <a:noAutofit/>
          </a:bodyPr>
          <a:lstStyle>
            <a:lvl1pPr marL="0" marR="0" lvl="0"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004"/>
              <a:buFont typeface="Calibri"/>
              <a:buNone/>
              <a:defRPr sz="100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11" name="Google Shape;11;p52" descr="Dai Nam [PPT] Template 10.png"/>
          <p:cNvPicPr preferRelativeResize="0"/>
          <p:nvPr/>
        </p:nvPicPr>
        <p:blipFill rotWithShape="1">
          <a:blip r:embed="rId14">
            <a:alphaModFix/>
          </a:blip>
          <a:srcRect/>
          <a:stretch/>
        </p:blipFill>
        <p:spPr>
          <a:xfrm>
            <a:off x="141812" y="136920"/>
            <a:ext cx="770547" cy="628901"/>
          </a:xfrm>
          <a:prstGeom prst="rect">
            <a:avLst/>
          </a:prstGeom>
          <a:noFill/>
          <a:ln>
            <a:noFill/>
          </a:ln>
        </p:spPr>
      </p:pic>
      <p:pic>
        <p:nvPicPr>
          <p:cNvPr id="12" name="Google Shape;12;p52" descr="Dai Nam [PPT] Template 05.png"/>
          <p:cNvPicPr preferRelativeResize="0"/>
          <p:nvPr/>
        </p:nvPicPr>
        <p:blipFill rotWithShape="1">
          <a:blip r:embed="rId15">
            <a:alphaModFix/>
          </a:blip>
          <a:srcRect/>
          <a:stretch/>
        </p:blipFill>
        <p:spPr>
          <a:xfrm>
            <a:off x="0" y="4754287"/>
            <a:ext cx="9144000" cy="390312"/>
          </a:xfrm>
          <a:prstGeom prst="rect">
            <a:avLst/>
          </a:prstGeom>
          <a:noFill/>
          <a:ln>
            <a:noFill/>
          </a:ln>
        </p:spPr>
      </p:pic>
      <p:sp>
        <p:nvSpPr>
          <p:cNvPr id="13" name="Google Shape;13;p52"/>
          <p:cNvSpPr txBox="1"/>
          <p:nvPr/>
        </p:nvSpPr>
        <p:spPr>
          <a:xfrm>
            <a:off x="6773533" y="4848440"/>
            <a:ext cx="1692934" cy="25866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081"/>
              <a:buFont typeface="Arial"/>
              <a:buNone/>
            </a:pPr>
            <a:r>
              <a:rPr lang="en" sz="1081" b="0" i="0" u="none" strike="noStrike" cap="none">
                <a:solidFill>
                  <a:schemeClr val="lt1"/>
                </a:solidFill>
                <a:latin typeface="Arial"/>
                <a:ea typeface="Arial"/>
                <a:cs typeface="Arial"/>
                <a:sym typeface="Arial"/>
              </a:rPr>
              <a:t>Slide: số….</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 descr="Dai Nam [PPT] Template 01.png"/>
          <p:cNvPicPr preferRelativeResize="0"/>
          <p:nvPr/>
        </p:nvPicPr>
        <p:blipFill rotWithShape="1">
          <a:blip r:embed="rId3">
            <a:alphaModFix/>
          </a:blip>
          <a:srcRect/>
          <a:stretch/>
        </p:blipFill>
        <p:spPr>
          <a:xfrm>
            <a:off x="-65252" y="0"/>
            <a:ext cx="9209252" cy="5143500"/>
          </a:xfrm>
          <a:prstGeom prst="rect">
            <a:avLst/>
          </a:prstGeom>
          <a:noFill/>
          <a:ln>
            <a:noFill/>
          </a:ln>
        </p:spPr>
      </p:pic>
      <p:pic>
        <p:nvPicPr>
          <p:cNvPr id="92" name="Google Shape;92;p1" descr="Dai Nam [PPT] Template 05.png"/>
          <p:cNvPicPr preferRelativeResize="0"/>
          <p:nvPr/>
        </p:nvPicPr>
        <p:blipFill rotWithShape="1">
          <a:blip r:embed="rId4">
            <a:alphaModFix/>
          </a:blip>
          <a:srcRect/>
          <a:stretch/>
        </p:blipFill>
        <p:spPr>
          <a:xfrm>
            <a:off x="457261" y="4753188"/>
            <a:ext cx="8229478" cy="390312"/>
          </a:xfrm>
          <a:prstGeom prst="rect">
            <a:avLst/>
          </a:prstGeom>
          <a:noFill/>
          <a:ln>
            <a:noFill/>
          </a:ln>
        </p:spPr>
      </p:pic>
      <p:pic>
        <p:nvPicPr>
          <p:cNvPr id="93" name="Google Shape;93;p1" descr="Dai Nam [PPT] Template 02.png"/>
          <p:cNvPicPr preferRelativeResize="0"/>
          <p:nvPr/>
        </p:nvPicPr>
        <p:blipFill rotWithShape="1">
          <a:blip r:embed="rId5">
            <a:alphaModFix/>
          </a:blip>
          <a:srcRect/>
          <a:stretch/>
        </p:blipFill>
        <p:spPr>
          <a:xfrm>
            <a:off x="-65253" y="0"/>
            <a:ext cx="2679886" cy="5143500"/>
          </a:xfrm>
          <a:prstGeom prst="rect">
            <a:avLst/>
          </a:prstGeom>
          <a:noFill/>
          <a:ln>
            <a:noFill/>
          </a:ln>
        </p:spPr>
      </p:pic>
      <p:pic>
        <p:nvPicPr>
          <p:cNvPr id="94" name="Google Shape;94;p1" descr="Dai Nam [PPT] Template 03.png"/>
          <p:cNvPicPr preferRelativeResize="0"/>
          <p:nvPr/>
        </p:nvPicPr>
        <p:blipFill rotWithShape="1">
          <a:blip r:embed="rId6">
            <a:alphaModFix/>
          </a:blip>
          <a:srcRect/>
          <a:stretch/>
        </p:blipFill>
        <p:spPr>
          <a:xfrm>
            <a:off x="-65253" y="205936"/>
            <a:ext cx="2358263" cy="4723586"/>
          </a:xfrm>
          <a:prstGeom prst="rect">
            <a:avLst/>
          </a:prstGeom>
          <a:noFill/>
          <a:ln>
            <a:noFill/>
          </a:ln>
        </p:spPr>
      </p:pic>
      <p:pic>
        <p:nvPicPr>
          <p:cNvPr id="95" name="Google Shape;95;p1" descr="Dai Nam [PPT] Template 04.png"/>
          <p:cNvPicPr preferRelativeResize="0"/>
          <p:nvPr/>
        </p:nvPicPr>
        <p:blipFill rotWithShape="1">
          <a:blip r:embed="rId7">
            <a:alphaModFix/>
          </a:blip>
          <a:srcRect/>
          <a:stretch/>
        </p:blipFill>
        <p:spPr>
          <a:xfrm>
            <a:off x="4962783" y="229226"/>
            <a:ext cx="1321449" cy="1199246"/>
          </a:xfrm>
          <a:prstGeom prst="rect">
            <a:avLst/>
          </a:prstGeom>
          <a:noFill/>
          <a:ln>
            <a:noFill/>
          </a:ln>
        </p:spPr>
      </p:pic>
      <p:sp>
        <p:nvSpPr>
          <p:cNvPr id="97" name="Google Shape;97;p1"/>
          <p:cNvSpPr txBox="1"/>
          <p:nvPr/>
        </p:nvSpPr>
        <p:spPr>
          <a:xfrm>
            <a:off x="2477257" y="1785517"/>
            <a:ext cx="6496622" cy="1384954"/>
          </a:xfrm>
          <a:prstGeom prst="rect">
            <a:avLst/>
          </a:prstGeom>
          <a:noFill/>
          <a:ln>
            <a:noFill/>
          </a:ln>
        </p:spPr>
        <p:txBody>
          <a:bodyPr spcFirstLastPara="1" wrap="square" lIns="91425" tIns="45700" rIns="91425" bIns="45700" anchor="t" anchorCtr="0">
            <a:spAutoFit/>
          </a:bodyPr>
          <a:lstStyle/>
          <a:p>
            <a:pPr algn="ctr"/>
            <a:r>
              <a:rPr lang="vi-VN" sz="2800" dirty="0">
                <a:solidFill>
                  <a:schemeClr val="bg1"/>
                </a:solidFill>
              </a:rPr>
              <a:t>Phát triển Hệ thống Trí tuệ Nhân tạo Phân tích Chỉ số Khối cơ thể (BMI) và Đề xuất Liệu pháp Cải thiện Sức khỏe</a:t>
            </a:r>
            <a:endParaRPr 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fade">
                                      <p:cBhvr>
                                        <p:cTn id="12" dur="500"/>
                                        <p:tgtEl>
                                          <p:spTgt spid="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fade">
                                      <p:cBhvr>
                                        <p:cTn id="17" dur="500"/>
                                        <p:tgtEl>
                                          <p:spTgt spid="9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fade">
                                      <p:cBhvr>
                                        <p:cTn id="22" dur="500"/>
                                        <p:tgtEl>
                                          <p:spTgt spid="9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7"/>
                                        </p:tgtEl>
                                        <p:attrNameLst>
                                          <p:attrName>style.visibility</p:attrName>
                                        </p:attrNameLst>
                                      </p:cBhvr>
                                      <p:to>
                                        <p:strVal val="visible"/>
                                      </p:to>
                                    </p:set>
                                    <p:animEffect transition="in" filter="fade">
                                      <p:cBhvr>
                                        <p:cTn id="2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2BE897BE-7590-2489-001B-D457D1FF6C4D}"/>
            </a:ext>
          </a:extLst>
        </p:cNvPr>
        <p:cNvGrpSpPr/>
        <p:nvPr/>
      </p:nvGrpSpPr>
      <p:grpSpPr>
        <a:xfrm>
          <a:off x="0" y="0"/>
          <a:ext cx="0" cy="0"/>
          <a:chOff x="0" y="0"/>
          <a:chExt cx="0" cy="0"/>
        </a:xfrm>
      </p:grpSpPr>
      <p:sp>
        <p:nvSpPr>
          <p:cNvPr id="102" name="Google Shape;102;p2">
            <a:extLst>
              <a:ext uri="{FF2B5EF4-FFF2-40B4-BE49-F238E27FC236}">
                <a16:creationId xmlns:a16="http://schemas.microsoft.com/office/drawing/2014/main" id="{02F82D9C-3026-FBA0-2646-3C292312319F}"/>
              </a:ext>
            </a:extLst>
          </p:cNvPr>
          <p:cNvSpPr txBox="1">
            <a:spLocks noGrp="1"/>
          </p:cNvSpPr>
          <p:nvPr>
            <p:ph type="title"/>
          </p:nvPr>
        </p:nvSpPr>
        <p:spPr>
          <a:xfrm>
            <a:off x="983754" y="263384"/>
            <a:ext cx="7581685" cy="622181"/>
          </a:xfrm>
          <a:prstGeom prst="rect">
            <a:avLst/>
          </a:prstGeom>
          <a:noFill/>
          <a:ln>
            <a:noFill/>
          </a:ln>
        </p:spPr>
        <p:txBody>
          <a:bodyPr spcFirstLastPara="1" wrap="square" lIns="91425" tIns="91425" rIns="91425" bIns="91425" anchor="t" anchorCtr="0">
            <a:normAutofit fontScale="90000"/>
          </a:bodyPr>
          <a:lstStyle/>
          <a:p>
            <a:pPr algn="l"/>
            <a:r>
              <a:rPr lang="en-US" b="1" dirty="0" err="1">
                <a:latin typeface="+mj-lt"/>
              </a:rPr>
              <a:t>Hiện</a:t>
            </a:r>
            <a:r>
              <a:rPr lang="en-US" b="1" dirty="0">
                <a:latin typeface="+mj-lt"/>
              </a:rPr>
              <a:t> </a:t>
            </a:r>
            <a:r>
              <a:rPr lang="en-US" b="1" dirty="0" err="1">
                <a:latin typeface="+mj-lt"/>
              </a:rPr>
              <a:t>trạng</a:t>
            </a:r>
            <a:endParaRPr lang="en-US" b="1" dirty="0">
              <a:effectLst/>
              <a:latin typeface="+mj-lt"/>
            </a:endParaRPr>
          </a:p>
        </p:txBody>
      </p:sp>
      <p:sp>
        <p:nvSpPr>
          <p:cNvPr id="104" name="Google Shape;104;p2">
            <a:extLst>
              <a:ext uri="{FF2B5EF4-FFF2-40B4-BE49-F238E27FC236}">
                <a16:creationId xmlns:a16="http://schemas.microsoft.com/office/drawing/2014/main" id="{61947311-219F-C9E1-8EBF-9FDBEB48E98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888888"/>
              </a:buClr>
              <a:buSzPts val="1000"/>
              <a:buFont typeface="Calibri"/>
              <a:buNone/>
            </a:pPr>
            <a:fld id="{00000000-1234-1234-1234-123412341234}" type="slidenum">
              <a:rPr lang="en"/>
              <a:t>2</a:t>
            </a:fld>
            <a:endParaRPr/>
          </a:p>
        </p:txBody>
      </p:sp>
      <p:sp>
        <p:nvSpPr>
          <p:cNvPr id="6" name="Rectangle 2">
            <a:extLst>
              <a:ext uri="{FF2B5EF4-FFF2-40B4-BE49-F238E27FC236}">
                <a16:creationId xmlns:a16="http://schemas.microsoft.com/office/drawing/2014/main" id="{49776398-F67C-1441-79E9-05BBD812681B}"/>
              </a:ext>
            </a:extLst>
          </p:cNvPr>
          <p:cNvSpPr>
            <a:spLocks noGrp="1" noChangeArrowheads="1"/>
          </p:cNvSpPr>
          <p:nvPr>
            <p:ph type="body" idx="1"/>
          </p:nvPr>
        </p:nvSpPr>
        <p:spPr bwMode="auto">
          <a:xfrm>
            <a:off x="477261" y="1509293"/>
            <a:ext cx="7995197"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1400" dirty="0">
                <a:latin typeface="+mn-lt"/>
              </a:rPr>
              <a:t>- </a:t>
            </a:r>
            <a:r>
              <a:rPr lang="vi-VN" sz="1400" dirty="0">
                <a:latin typeface="+mn-lt"/>
              </a:rPr>
              <a:t>Hiện nay, nhu cầu theo dõi sức khỏe cá nhân và cải thiện thể trạng ngày càng tăng cao, đặc biệt trong bối cảnh lối sống hiện đại dễ dẫn đến tình trạng thừa cân, béo phì hoặc thiếu cân. Phần lớn các ứng dụng sức khỏe hiện có mới chỉ dừng lại ở mức </a:t>
            </a:r>
            <a:r>
              <a:rPr lang="vi-VN" sz="1400" b="1" dirty="0">
                <a:latin typeface="+mn-lt"/>
              </a:rPr>
              <a:t>tính toán chỉ số BMI cơ bản</a:t>
            </a:r>
            <a:r>
              <a:rPr lang="vi-VN" sz="1400" dirty="0">
                <a:latin typeface="+mn-lt"/>
              </a:rPr>
              <a:t>, chưa có khả năng </a:t>
            </a:r>
            <a:r>
              <a:rPr lang="vi-VN" sz="1400" b="1" dirty="0">
                <a:latin typeface="+mn-lt"/>
              </a:rPr>
              <a:t>phân tích sâu dữ liệu cá nhân</a:t>
            </a:r>
            <a:r>
              <a:rPr lang="vi-VN" sz="1400" dirty="0">
                <a:latin typeface="+mn-lt"/>
              </a:rPr>
              <a:t> hay </a:t>
            </a:r>
            <a:r>
              <a:rPr lang="vi-VN" sz="1400" b="1" dirty="0">
                <a:latin typeface="+mn-lt"/>
              </a:rPr>
              <a:t>đưa ra khuyến nghị luyện tập, dinh dưỡng phù hợp</a:t>
            </a:r>
            <a:r>
              <a:rPr lang="vi-VN" sz="1400" dirty="0">
                <a:latin typeface="+mn-lt"/>
              </a:rPr>
              <a:t>.</a:t>
            </a:r>
          </a:p>
          <a:p>
            <a:pPr marL="114300" indent="0">
              <a:buNone/>
            </a:pPr>
            <a:r>
              <a:rPr lang="en-US" sz="1400" dirty="0">
                <a:latin typeface="+mn-lt"/>
              </a:rPr>
              <a:t>- </a:t>
            </a:r>
            <a:r>
              <a:rPr lang="vi-VN" sz="1400" dirty="0">
                <a:latin typeface="+mn-lt"/>
              </a:rPr>
              <a:t>Do đó, việc </a:t>
            </a:r>
            <a:r>
              <a:rPr lang="vi-VN" sz="1400" b="1" dirty="0">
                <a:latin typeface="+mn-lt"/>
              </a:rPr>
              <a:t>phát triển một hệ thống AI có khả năng phân tích chỉ số BMI và tự động sinh kế hoạch luyện tập, dinh dưỡng cá nhân hóa</a:t>
            </a:r>
            <a:r>
              <a:rPr lang="vi-VN" sz="1400" dirty="0">
                <a:latin typeface="+mn-lt"/>
              </a:rPr>
              <a:t> là cần thiết, góp phần hỗ trợ người dùng theo dõi và cải thiện sức khỏe hiệu quả hơn.</a:t>
            </a:r>
          </a:p>
          <a:p>
            <a:pPr marL="114300" indent="0">
              <a:buNone/>
            </a:pPr>
            <a:endParaRPr lang="en-US" sz="1600" dirty="0"/>
          </a:p>
          <a:p>
            <a:pPr>
              <a:buFontTx/>
              <a:buChar char="-"/>
            </a:pPr>
            <a:endParaRPr lang="vi-VN" sz="1600" dirty="0"/>
          </a:p>
          <a:p>
            <a:pPr marL="114300" indent="0">
              <a:buNone/>
            </a:pPr>
            <a:endParaRPr lang="vi-VN" sz="1600" dirty="0"/>
          </a:p>
          <a:p>
            <a:pPr marL="0" indent="0" eaLnBrk="0" fontAlgn="base" hangingPunct="0">
              <a:spcBef>
                <a:spcPct val="0"/>
              </a:spcBef>
              <a:spcAft>
                <a:spcPct val="0"/>
              </a:spcAft>
              <a:buClrTx/>
              <a:buSzTx/>
              <a:buNone/>
            </a:pPr>
            <a:endParaRPr kumimoji="0" lang="en-US" altLang="en-US" sz="15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707677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D52440D-8AAB-E045-7FF3-7C7DB9183C11}"/>
            </a:ext>
          </a:extLst>
        </p:cNvPr>
        <p:cNvGrpSpPr/>
        <p:nvPr/>
      </p:nvGrpSpPr>
      <p:grpSpPr>
        <a:xfrm>
          <a:off x="0" y="0"/>
          <a:ext cx="0" cy="0"/>
          <a:chOff x="0" y="0"/>
          <a:chExt cx="0" cy="0"/>
        </a:xfrm>
      </p:grpSpPr>
      <p:sp>
        <p:nvSpPr>
          <p:cNvPr id="102" name="Google Shape;102;p2">
            <a:extLst>
              <a:ext uri="{FF2B5EF4-FFF2-40B4-BE49-F238E27FC236}">
                <a16:creationId xmlns:a16="http://schemas.microsoft.com/office/drawing/2014/main" id="{52A91DA2-8F81-BCBD-74E5-17163052C870}"/>
              </a:ext>
            </a:extLst>
          </p:cNvPr>
          <p:cNvSpPr txBox="1">
            <a:spLocks noGrp="1"/>
          </p:cNvSpPr>
          <p:nvPr>
            <p:ph type="title"/>
          </p:nvPr>
        </p:nvSpPr>
        <p:spPr>
          <a:xfrm>
            <a:off x="983754" y="263384"/>
            <a:ext cx="7581685" cy="622181"/>
          </a:xfrm>
          <a:prstGeom prst="rect">
            <a:avLst/>
          </a:prstGeom>
          <a:noFill/>
          <a:ln>
            <a:noFill/>
          </a:ln>
        </p:spPr>
        <p:txBody>
          <a:bodyPr spcFirstLastPara="1" wrap="square" lIns="91425" tIns="91425" rIns="91425" bIns="91425" anchor="t" anchorCtr="0">
            <a:normAutofit fontScale="90000"/>
          </a:bodyPr>
          <a:lstStyle/>
          <a:p>
            <a:pPr algn="l"/>
            <a:r>
              <a:rPr lang="en-US" b="1" dirty="0" err="1">
                <a:latin typeface="+mj-lt"/>
              </a:rPr>
              <a:t>Mục</a:t>
            </a:r>
            <a:r>
              <a:rPr lang="en-US" b="1" dirty="0">
                <a:latin typeface="+mj-lt"/>
              </a:rPr>
              <a:t> </a:t>
            </a:r>
            <a:r>
              <a:rPr lang="en-US" b="1" dirty="0" err="1">
                <a:latin typeface="+mj-lt"/>
              </a:rPr>
              <a:t>tiêu</a:t>
            </a:r>
            <a:endParaRPr lang="en-US" b="1" dirty="0">
              <a:effectLst/>
              <a:latin typeface="+mj-lt"/>
            </a:endParaRPr>
          </a:p>
        </p:txBody>
      </p:sp>
      <p:sp>
        <p:nvSpPr>
          <p:cNvPr id="104" name="Google Shape;104;p2">
            <a:extLst>
              <a:ext uri="{FF2B5EF4-FFF2-40B4-BE49-F238E27FC236}">
                <a16:creationId xmlns:a16="http://schemas.microsoft.com/office/drawing/2014/main" id="{43941405-EEFD-ED99-3DFC-430E23985AAB}"/>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888888"/>
              </a:buClr>
              <a:buSzPts val="1000"/>
              <a:buFont typeface="Calibri"/>
              <a:buNone/>
            </a:pPr>
            <a:fld id="{00000000-1234-1234-1234-123412341234}" type="slidenum">
              <a:rPr lang="en"/>
              <a:t>3</a:t>
            </a:fld>
            <a:endParaRPr/>
          </a:p>
        </p:txBody>
      </p:sp>
      <p:sp>
        <p:nvSpPr>
          <p:cNvPr id="6" name="Rectangle 2">
            <a:extLst>
              <a:ext uri="{FF2B5EF4-FFF2-40B4-BE49-F238E27FC236}">
                <a16:creationId xmlns:a16="http://schemas.microsoft.com/office/drawing/2014/main" id="{D95CCC85-38EE-7D7D-4045-D7F92FA7FE14}"/>
              </a:ext>
            </a:extLst>
          </p:cNvPr>
          <p:cNvSpPr>
            <a:spLocks noGrp="1" noChangeArrowheads="1"/>
          </p:cNvSpPr>
          <p:nvPr>
            <p:ph type="body" idx="1"/>
          </p:nvPr>
        </p:nvSpPr>
        <p:spPr bwMode="auto">
          <a:xfrm>
            <a:off x="477261" y="1278030"/>
            <a:ext cx="717818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1400" dirty="0"/>
              <a:t>- </a:t>
            </a:r>
            <a:r>
              <a:rPr lang="vi-VN" sz="1400" dirty="0"/>
              <a:t>Xây dựng mô hình AI phân tích các chỉ số cơ thể (BMI, tuổi, giới tính, cân nặng, chiều cao, </a:t>
            </a:r>
            <a:r>
              <a:rPr lang="vi-VN" sz="1400" dirty="0" err="1"/>
              <a:t>v.v</a:t>
            </a:r>
            <a:r>
              <a:rPr lang="vi-VN" sz="1400" dirty="0"/>
              <a:t>.) để đánh giá tình trạng sức khỏe.</a:t>
            </a:r>
          </a:p>
          <a:p>
            <a:pPr marL="114300" indent="0">
              <a:buNone/>
            </a:pPr>
            <a:r>
              <a:rPr lang="en-US" sz="1400" dirty="0"/>
              <a:t>- </a:t>
            </a:r>
            <a:r>
              <a:rPr lang="vi-VN" sz="1400" dirty="0"/>
              <a:t>Tự động đề xuất </a:t>
            </a:r>
            <a:r>
              <a:rPr lang="vi-VN" sz="1400" b="1" dirty="0"/>
              <a:t>liệu pháp cải thiện sức khỏe cá nhân hóa</a:t>
            </a:r>
            <a:r>
              <a:rPr lang="vi-VN" sz="1400" dirty="0"/>
              <a:t> (ví dụ: chế độ dinh dưỡng, luyện tập, nghỉ ngơi).</a:t>
            </a:r>
          </a:p>
          <a:p>
            <a:pPr marL="114300" indent="0">
              <a:buNone/>
            </a:pPr>
            <a:r>
              <a:rPr lang="en-US" sz="1400" dirty="0"/>
              <a:t>- </a:t>
            </a:r>
            <a:r>
              <a:rPr lang="vi-VN" sz="1400" dirty="0"/>
              <a:t>Thiết kế </a:t>
            </a:r>
            <a:r>
              <a:rPr lang="vi-VN" sz="1400" b="1" dirty="0"/>
              <a:t>giao diện </a:t>
            </a:r>
            <a:r>
              <a:rPr lang="vi-VN" sz="1400" b="1" dirty="0" err="1"/>
              <a:t>web</a:t>
            </a:r>
            <a:r>
              <a:rPr lang="vi-VN" sz="1400" b="1" dirty="0"/>
              <a:t> hoặc ứng dụng</a:t>
            </a:r>
            <a:r>
              <a:rPr lang="vi-VN" sz="1400" dirty="0"/>
              <a:t> cho phép người dùng nhập dữ liệu và nhận khuyến nghị ngay.</a:t>
            </a:r>
          </a:p>
          <a:p>
            <a:pPr marL="114300" indent="0">
              <a:buNone/>
            </a:pPr>
            <a:endParaRPr lang="en-US" sz="1400" dirty="0"/>
          </a:p>
          <a:p>
            <a:pPr>
              <a:buFontTx/>
              <a:buChar char="-"/>
            </a:pPr>
            <a:endParaRPr lang="vi-VN" sz="1400" dirty="0"/>
          </a:p>
          <a:p>
            <a:pPr marL="114300" indent="0">
              <a:buNone/>
            </a:pPr>
            <a:endParaRPr lang="vi-VN" sz="1400" dirty="0"/>
          </a:p>
          <a:p>
            <a:pPr marL="0" indent="0" eaLnBrk="0" fontAlgn="base" hangingPunct="0">
              <a:spcBef>
                <a:spcPct val="0"/>
              </a:spcBef>
              <a:spcAft>
                <a:spcPct val="0"/>
              </a:spcAft>
              <a:buClrTx/>
              <a:buSzTx/>
              <a:buNone/>
            </a:pPr>
            <a:endParaRPr kumimoji="0" lang="en-US" altLang="en-US" sz="1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57195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DD04A5C-2DF4-7B78-4AB1-E92203693FDA}"/>
            </a:ext>
          </a:extLst>
        </p:cNvPr>
        <p:cNvGrpSpPr/>
        <p:nvPr/>
      </p:nvGrpSpPr>
      <p:grpSpPr>
        <a:xfrm>
          <a:off x="0" y="0"/>
          <a:ext cx="0" cy="0"/>
          <a:chOff x="0" y="0"/>
          <a:chExt cx="0" cy="0"/>
        </a:xfrm>
      </p:grpSpPr>
      <p:sp>
        <p:nvSpPr>
          <p:cNvPr id="102" name="Google Shape;102;p2">
            <a:extLst>
              <a:ext uri="{FF2B5EF4-FFF2-40B4-BE49-F238E27FC236}">
                <a16:creationId xmlns:a16="http://schemas.microsoft.com/office/drawing/2014/main" id="{38DBB6ED-4523-ABE1-5DBB-B607D8CC34F8}"/>
              </a:ext>
            </a:extLst>
          </p:cNvPr>
          <p:cNvSpPr txBox="1">
            <a:spLocks noGrp="1"/>
          </p:cNvSpPr>
          <p:nvPr>
            <p:ph type="title"/>
          </p:nvPr>
        </p:nvSpPr>
        <p:spPr>
          <a:xfrm>
            <a:off x="983754" y="263384"/>
            <a:ext cx="7581685" cy="622181"/>
          </a:xfrm>
          <a:prstGeom prst="rect">
            <a:avLst/>
          </a:prstGeom>
          <a:noFill/>
          <a:ln>
            <a:noFill/>
          </a:ln>
        </p:spPr>
        <p:txBody>
          <a:bodyPr spcFirstLastPara="1" wrap="square" lIns="91425" tIns="91425" rIns="91425" bIns="91425" anchor="t" anchorCtr="0">
            <a:normAutofit fontScale="90000"/>
          </a:bodyPr>
          <a:lstStyle/>
          <a:p>
            <a:pPr algn="l"/>
            <a:r>
              <a:rPr lang="en-US" b="1" dirty="0" err="1">
                <a:latin typeface="+mj-lt"/>
              </a:rPr>
              <a:t>Quá</a:t>
            </a:r>
            <a:r>
              <a:rPr lang="en-US" b="1" dirty="0">
                <a:latin typeface="+mj-lt"/>
              </a:rPr>
              <a:t> </a:t>
            </a:r>
            <a:r>
              <a:rPr lang="en-US" b="1" dirty="0" err="1">
                <a:latin typeface="+mj-lt"/>
              </a:rPr>
              <a:t>trình</a:t>
            </a:r>
            <a:r>
              <a:rPr lang="en-US" b="1" dirty="0">
                <a:latin typeface="+mj-lt"/>
              </a:rPr>
              <a:t> </a:t>
            </a:r>
            <a:r>
              <a:rPr lang="en-US" b="1" dirty="0" err="1">
                <a:latin typeface="+mj-lt"/>
              </a:rPr>
              <a:t>huấn</a:t>
            </a:r>
            <a:r>
              <a:rPr lang="en-US" b="1" dirty="0">
                <a:latin typeface="+mj-lt"/>
              </a:rPr>
              <a:t> </a:t>
            </a:r>
            <a:r>
              <a:rPr lang="en-US" b="1" dirty="0" err="1">
                <a:latin typeface="+mj-lt"/>
              </a:rPr>
              <a:t>luyện</a:t>
            </a:r>
            <a:endParaRPr lang="en-US" b="1" dirty="0">
              <a:effectLst/>
              <a:latin typeface="+mj-lt"/>
            </a:endParaRPr>
          </a:p>
        </p:txBody>
      </p:sp>
      <p:sp>
        <p:nvSpPr>
          <p:cNvPr id="104" name="Google Shape;104;p2">
            <a:extLst>
              <a:ext uri="{FF2B5EF4-FFF2-40B4-BE49-F238E27FC236}">
                <a16:creationId xmlns:a16="http://schemas.microsoft.com/office/drawing/2014/main" id="{CE2AE7CA-4346-5AA9-3FE3-2F63DDD365EC}"/>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888888"/>
              </a:buClr>
              <a:buSzPts val="1000"/>
              <a:buFont typeface="Calibri"/>
              <a:buNone/>
            </a:pPr>
            <a:fld id="{00000000-1234-1234-1234-123412341234}" type="slidenum">
              <a:rPr lang="en"/>
              <a:t>4</a:t>
            </a:fld>
            <a:endParaRPr/>
          </a:p>
        </p:txBody>
      </p:sp>
      <p:sp>
        <p:nvSpPr>
          <p:cNvPr id="6" name="Rectangle 2">
            <a:extLst>
              <a:ext uri="{FF2B5EF4-FFF2-40B4-BE49-F238E27FC236}">
                <a16:creationId xmlns:a16="http://schemas.microsoft.com/office/drawing/2014/main" id="{6024D7B2-1C95-684A-5017-9FF0A76F39A6}"/>
              </a:ext>
            </a:extLst>
          </p:cNvPr>
          <p:cNvSpPr>
            <a:spLocks noGrp="1" noChangeArrowheads="1"/>
          </p:cNvSpPr>
          <p:nvPr>
            <p:ph type="body" idx="1"/>
          </p:nvPr>
        </p:nvSpPr>
        <p:spPr bwMode="auto">
          <a:xfrm>
            <a:off x="598174" y="1187346"/>
            <a:ext cx="717818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1400" b="1" dirty="0"/>
              <a:t>1. </a:t>
            </a:r>
            <a:r>
              <a:rPr lang="vi-VN" sz="1400" b="1" dirty="0"/>
              <a:t>Gán Nhãn Mục tiêu (ĐÁP ÁN ĐÚNG)</a:t>
            </a:r>
          </a:p>
          <a:p>
            <a:r>
              <a:rPr lang="vi-VN" sz="1400" b="1" dirty="0"/>
              <a:t>Tính toán  BMI:</a:t>
            </a:r>
            <a:r>
              <a:rPr lang="vi-VN" sz="1400" dirty="0"/>
              <a:t> Sử dụng công thức chuẩn từ cân nặng và chiều cao để </a:t>
            </a:r>
            <a:r>
              <a:rPr lang="vi-VN" sz="1400" b="1" dirty="0"/>
              <a:t>đảm bảo tính chính xác</a:t>
            </a:r>
            <a:r>
              <a:rPr lang="vi-VN" sz="1400" dirty="0"/>
              <a:t> của cơ sở dữ liệu.</a:t>
            </a:r>
          </a:p>
          <a:p>
            <a:r>
              <a:rPr lang="vi-VN" sz="1400" b="1" dirty="0"/>
              <a:t>Gán Nhãn (y):</a:t>
            </a:r>
            <a:r>
              <a:rPr lang="vi-VN" sz="1400" dirty="0"/>
              <a:t> Phân loại giá trị BMI thành </a:t>
            </a:r>
            <a:r>
              <a:rPr lang="vi-VN" sz="1400" b="1" dirty="0"/>
              <a:t>5 lớp thể trạng</a:t>
            </a:r>
            <a:r>
              <a:rPr lang="vi-VN" sz="1400" dirty="0"/>
              <a:t> (0: Thiếu cân nghiêm trọng → 4: Béo phì).</a:t>
            </a:r>
          </a:p>
          <a:p>
            <a:pPr marL="114300" indent="0">
              <a:buNone/>
            </a:pPr>
            <a:r>
              <a:rPr lang="vi-VN" sz="1400" b="1" dirty="0"/>
              <a:t>2. Huấn luyện Mô hình (ĐẦU VÀO)</a:t>
            </a:r>
          </a:p>
          <a:p>
            <a:r>
              <a:rPr lang="vi-VN" sz="1400" b="1" dirty="0"/>
              <a:t>Đặc trưng (X):</a:t>
            </a:r>
            <a:r>
              <a:rPr lang="vi-VN" sz="1400" dirty="0"/>
              <a:t> Mô hình được huấn luyện </a:t>
            </a:r>
            <a:r>
              <a:rPr lang="vi-VN" sz="1400" b="1" dirty="0"/>
              <a:t>chỉ bằng các yếu tố lối sống</a:t>
            </a:r>
            <a:r>
              <a:rPr lang="vi-VN" sz="1400" dirty="0"/>
              <a:t> (</a:t>
            </a:r>
            <a:r>
              <a:rPr lang="vi-VN" sz="1400" dirty="0" err="1"/>
              <a:t>chieu_cao</a:t>
            </a:r>
            <a:r>
              <a:rPr lang="vi-VN" sz="1400" dirty="0"/>
              <a:t>, </a:t>
            </a:r>
            <a:r>
              <a:rPr lang="vi-VN" sz="1400" dirty="0" err="1"/>
              <a:t>can_nang</a:t>
            </a:r>
            <a:r>
              <a:rPr lang="vi-VN" sz="1400" dirty="0"/>
              <a:t>, </a:t>
            </a:r>
            <a:r>
              <a:rPr lang="vi-VN" sz="1400" dirty="0" err="1"/>
              <a:t>calo_nap</a:t>
            </a:r>
            <a:r>
              <a:rPr lang="vi-VN" sz="1400" dirty="0"/>
              <a:t>, </a:t>
            </a:r>
            <a:r>
              <a:rPr lang="vi-VN" sz="1400" dirty="0" err="1"/>
              <a:t>thoi_gian_ngu</a:t>
            </a:r>
            <a:r>
              <a:rPr lang="vi-VN" sz="1400" dirty="0"/>
              <a:t>, </a:t>
            </a:r>
            <a:r>
              <a:rPr lang="vi-VN" sz="1400" dirty="0" err="1"/>
              <a:t>v.v</a:t>
            </a:r>
            <a:r>
              <a:rPr lang="vi-VN" sz="1400" dirty="0"/>
              <a:t>.).</a:t>
            </a:r>
          </a:p>
          <a:p>
            <a:r>
              <a:rPr lang="vi-VN" sz="1400" b="1" dirty="0"/>
              <a:t>Thuật toán:</a:t>
            </a:r>
            <a:r>
              <a:rPr lang="vi-VN" sz="1400" dirty="0"/>
              <a:t> Sử dụng </a:t>
            </a:r>
            <a:r>
              <a:rPr lang="vi-VN" sz="1400" b="1" dirty="0" err="1"/>
              <a:t>Random</a:t>
            </a:r>
            <a:r>
              <a:rPr lang="vi-VN" sz="1400" b="1" dirty="0"/>
              <a:t> </a:t>
            </a:r>
            <a:r>
              <a:rPr lang="vi-VN" sz="1400" b="1" dirty="0" err="1"/>
              <a:t>Forest</a:t>
            </a:r>
            <a:r>
              <a:rPr lang="vi-VN" sz="1400" dirty="0"/>
              <a:t> (300 cây) để tìm ra quy tắc ánh xạ từ </a:t>
            </a:r>
            <a:r>
              <a:rPr lang="vi-VN" sz="1400" b="1" dirty="0"/>
              <a:t>Đầu vào</a:t>
            </a:r>
            <a:r>
              <a:rPr lang="vi-VN" sz="1400" dirty="0"/>
              <a:t> (X) tới </a:t>
            </a:r>
            <a:r>
              <a:rPr lang="vi-VN" sz="1400" b="1" dirty="0"/>
              <a:t>Nhãn</a:t>
            </a:r>
            <a:r>
              <a:rPr lang="vi-VN" sz="1400" dirty="0"/>
              <a:t> (y).</a:t>
            </a:r>
          </a:p>
        </p:txBody>
      </p:sp>
    </p:spTree>
    <p:extLst>
      <p:ext uri="{BB962C8B-B14F-4D97-AF65-F5344CB8AC3E}">
        <p14:creationId xmlns:p14="http://schemas.microsoft.com/office/powerpoint/2010/main" val="4061573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D66F8F96-DB03-154C-F779-200E4B5AA39D}"/>
            </a:ext>
          </a:extLst>
        </p:cNvPr>
        <p:cNvGrpSpPr/>
        <p:nvPr/>
      </p:nvGrpSpPr>
      <p:grpSpPr>
        <a:xfrm>
          <a:off x="0" y="0"/>
          <a:ext cx="0" cy="0"/>
          <a:chOff x="0" y="0"/>
          <a:chExt cx="0" cy="0"/>
        </a:xfrm>
      </p:grpSpPr>
      <p:sp>
        <p:nvSpPr>
          <p:cNvPr id="102" name="Google Shape;102;p2">
            <a:extLst>
              <a:ext uri="{FF2B5EF4-FFF2-40B4-BE49-F238E27FC236}">
                <a16:creationId xmlns:a16="http://schemas.microsoft.com/office/drawing/2014/main" id="{F9F4B306-C49D-93A0-7A57-CD8F32C9C117}"/>
              </a:ext>
            </a:extLst>
          </p:cNvPr>
          <p:cNvSpPr txBox="1">
            <a:spLocks noGrp="1"/>
          </p:cNvSpPr>
          <p:nvPr>
            <p:ph type="title"/>
          </p:nvPr>
        </p:nvSpPr>
        <p:spPr>
          <a:xfrm>
            <a:off x="983754" y="263384"/>
            <a:ext cx="7581685" cy="622181"/>
          </a:xfrm>
          <a:prstGeom prst="rect">
            <a:avLst/>
          </a:prstGeom>
          <a:noFill/>
          <a:ln>
            <a:noFill/>
          </a:ln>
        </p:spPr>
        <p:txBody>
          <a:bodyPr spcFirstLastPara="1" wrap="square" lIns="91425" tIns="91425" rIns="91425" bIns="91425" anchor="t" anchorCtr="0">
            <a:normAutofit fontScale="90000"/>
          </a:bodyPr>
          <a:lstStyle/>
          <a:p>
            <a:pPr algn="l"/>
            <a:r>
              <a:rPr lang="en-US" b="1" dirty="0" err="1">
                <a:effectLst/>
                <a:latin typeface="+mj-lt"/>
              </a:rPr>
              <a:t>Kết</a:t>
            </a:r>
            <a:r>
              <a:rPr lang="en-US" b="1" dirty="0">
                <a:effectLst/>
                <a:latin typeface="+mj-lt"/>
              </a:rPr>
              <a:t> </a:t>
            </a:r>
            <a:r>
              <a:rPr lang="en-US" b="1" dirty="0" err="1">
                <a:effectLst/>
                <a:latin typeface="+mj-lt"/>
              </a:rPr>
              <a:t>quả</a:t>
            </a:r>
            <a:r>
              <a:rPr lang="en-US" b="1" dirty="0">
                <a:effectLst/>
                <a:latin typeface="+mj-lt"/>
              </a:rPr>
              <a:t> </a:t>
            </a:r>
            <a:r>
              <a:rPr lang="en-US" b="1" dirty="0" err="1">
                <a:effectLst/>
                <a:latin typeface="+mj-lt"/>
              </a:rPr>
              <a:t>huấn</a:t>
            </a:r>
            <a:r>
              <a:rPr lang="en-US" b="1" dirty="0">
                <a:effectLst/>
                <a:latin typeface="+mj-lt"/>
              </a:rPr>
              <a:t> </a:t>
            </a:r>
            <a:r>
              <a:rPr lang="en-US" b="1" dirty="0" err="1">
                <a:effectLst/>
                <a:latin typeface="+mj-lt"/>
              </a:rPr>
              <a:t>luyện</a:t>
            </a:r>
            <a:endParaRPr lang="en-US" b="1" dirty="0">
              <a:effectLst/>
              <a:latin typeface="+mj-lt"/>
            </a:endParaRPr>
          </a:p>
        </p:txBody>
      </p:sp>
      <p:sp>
        <p:nvSpPr>
          <p:cNvPr id="104" name="Google Shape;104;p2">
            <a:extLst>
              <a:ext uri="{FF2B5EF4-FFF2-40B4-BE49-F238E27FC236}">
                <a16:creationId xmlns:a16="http://schemas.microsoft.com/office/drawing/2014/main" id="{C0617245-0188-5A6D-86E9-1A99AFCABF73}"/>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888888"/>
              </a:buClr>
              <a:buSzPts val="1000"/>
              <a:buFont typeface="Calibri"/>
              <a:buNone/>
            </a:pPr>
            <a:fld id="{00000000-1234-1234-1234-123412341234}" type="slidenum">
              <a:rPr lang="en"/>
              <a:t>5</a:t>
            </a:fld>
            <a:endParaRPr/>
          </a:p>
        </p:txBody>
      </p:sp>
      <p:sp>
        <p:nvSpPr>
          <p:cNvPr id="4" name="Rectangle 2">
            <a:extLst>
              <a:ext uri="{FF2B5EF4-FFF2-40B4-BE49-F238E27FC236}">
                <a16:creationId xmlns:a16="http://schemas.microsoft.com/office/drawing/2014/main" id="{B76CFEAE-A53B-3A8B-C852-AA12C2BF76C1}"/>
              </a:ext>
            </a:extLst>
          </p:cNvPr>
          <p:cNvSpPr>
            <a:spLocks noGrp="1" noChangeArrowheads="1"/>
          </p:cNvSpPr>
          <p:nvPr>
            <p:ph type="body" idx="1"/>
          </p:nvPr>
        </p:nvSpPr>
        <p:spPr bwMode="auto">
          <a:xfrm>
            <a:off x="286400" y="1192395"/>
            <a:ext cx="4715149"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Dữ</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liệu</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huấn</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luyện</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với</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mô</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hình</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kumimoji="0" lang="en-US" altLang="en-US" sz="1600" b="0" i="0" u="none" strike="noStrike" cap="none" normalizeH="0" baseline="0" dirty="0" err="1">
                <a:ln>
                  <a:noFill/>
                </a:ln>
                <a:solidFill>
                  <a:schemeClr val="tx1"/>
                </a:solidFill>
                <a:effectLst/>
                <a:latin typeface="+mn-lt"/>
                <a:ea typeface="Calibri" panose="020F0502020204030204" pitchFamily="34" charset="0"/>
                <a:cs typeface="Calibri" panose="020F0502020204030204" pitchFamily="34" charset="0"/>
              </a:rPr>
              <a:t>RandomForest</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với</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số</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lượng</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dữ</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liệu</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nạp</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vào</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là</a:t>
            </a:r>
            <a:r>
              <a:rPr lang="en-US" altLang="en-US" sz="1600" dirty="0">
                <a:solidFill>
                  <a:schemeClr val="tx1"/>
                </a:solidFill>
                <a:latin typeface="+mn-lt"/>
                <a:ea typeface="Calibri" panose="020F0502020204030204" pitchFamily="34" charset="0"/>
                <a:cs typeface="Calibri" panose="020F0502020204030204" pitchFamily="34" charset="0"/>
              </a:rPr>
              <a:t> 1741 </a:t>
            </a:r>
            <a:r>
              <a:rPr lang="en-US" altLang="en-US" sz="1600" dirty="0" err="1">
                <a:solidFill>
                  <a:schemeClr val="tx1"/>
                </a:solidFill>
                <a:latin typeface="+mn-lt"/>
                <a:ea typeface="Calibri" panose="020F0502020204030204" pitchFamily="34" charset="0"/>
                <a:cs typeface="Calibri" panose="020F0502020204030204" pitchFamily="34" charset="0"/>
              </a:rPr>
              <a:t>người</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với</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các</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trường</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như</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altLang="en-US" sz="1600" dirty="0" err="1">
                <a:solidFill>
                  <a:schemeClr val="tx1"/>
                </a:solidFill>
                <a:latin typeface="+mn-lt"/>
                <a:ea typeface="Calibri" panose="020F0502020204030204" pitchFamily="34" charset="0"/>
                <a:cs typeface="Calibri" panose="020F0502020204030204" pitchFamily="34" charset="0"/>
              </a:rPr>
              <a:t>sau</a:t>
            </a:r>
            <a:r>
              <a:rPr lang="en-US" altLang="en-US" sz="1600" dirty="0">
                <a:solidFill>
                  <a:schemeClr val="tx1"/>
                </a:solidFill>
                <a:latin typeface="+mn-lt"/>
                <a:ea typeface="Calibri" panose="020F0502020204030204" pitchFamily="34" charset="0"/>
                <a:cs typeface="Calibri" panose="020F0502020204030204" pitchFamily="34" charset="0"/>
              </a:rPr>
              <a:t>: </a:t>
            </a:r>
            <a:r>
              <a:rPr lang="en-US" sz="1400" dirty="0" err="1">
                <a:latin typeface="+mn-lt"/>
              </a:rPr>
              <a:t>ho_va_ten</a:t>
            </a:r>
            <a:r>
              <a:rPr lang="en-US" sz="1400" dirty="0">
                <a:latin typeface="+mn-lt"/>
              </a:rPr>
              <a:t>, </a:t>
            </a:r>
            <a:r>
              <a:rPr lang="en-US" sz="1400" dirty="0" err="1">
                <a:latin typeface="+mn-lt"/>
              </a:rPr>
              <a:t>tuoi</a:t>
            </a:r>
            <a:r>
              <a:rPr lang="en-US" sz="1400" dirty="0">
                <a:latin typeface="+mn-lt"/>
              </a:rPr>
              <a:t>, </a:t>
            </a:r>
            <a:r>
              <a:rPr lang="en-US" sz="1400" dirty="0" err="1">
                <a:latin typeface="+mn-lt"/>
              </a:rPr>
              <a:t>gioi_tinh</a:t>
            </a:r>
            <a:r>
              <a:rPr lang="en-US" sz="1400" dirty="0">
                <a:latin typeface="+mn-lt"/>
              </a:rPr>
              <a:t>, </a:t>
            </a:r>
            <a:r>
              <a:rPr lang="en-US" sz="1400" dirty="0" err="1">
                <a:latin typeface="+mn-lt"/>
              </a:rPr>
              <a:t>chieu_cao_cm</a:t>
            </a:r>
            <a:r>
              <a:rPr lang="en-US" sz="1400" dirty="0">
                <a:latin typeface="+mn-lt"/>
              </a:rPr>
              <a:t>, </a:t>
            </a:r>
            <a:r>
              <a:rPr lang="en-US" sz="1400" dirty="0" err="1">
                <a:latin typeface="+mn-lt"/>
              </a:rPr>
              <a:t>can_nang_kg</a:t>
            </a:r>
            <a:r>
              <a:rPr lang="en-US" sz="1400" dirty="0">
                <a:latin typeface="+mn-lt"/>
              </a:rPr>
              <a:t>, </a:t>
            </a:r>
            <a:r>
              <a:rPr lang="en-US" sz="1400" dirty="0" err="1">
                <a:latin typeface="+mn-lt"/>
              </a:rPr>
              <a:t>calo_nap</a:t>
            </a:r>
            <a:r>
              <a:rPr lang="en-US" sz="1400" dirty="0">
                <a:latin typeface="+mn-lt"/>
              </a:rPr>
              <a:t>, </a:t>
            </a:r>
            <a:r>
              <a:rPr lang="en-US" sz="1400" dirty="0" err="1">
                <a:latin typeface="+mn-lt"/>
              </a:rPr>
              <a:t>calo_tieu_hao</a:t>
            </a:r>
            <a:r>
              <a:rPr lang="en-US" sz="1400" dirty="0">
                <a:latin typeface="+mn-lt"/>
              </a:rPr>
              <a:t>, </a:t>
            </a:r>
            <a:r>
              <a:rPr lang="en-US" sz="1400" dirty="0" err="1">
                <a:latin typeface="+mn-lt"/>
              </a:rPr>
              <a:t>thoi_gian_ngu</a:t>
            </a:r>
            <a:r>
              <a:rPr lang="en-US" altLang="en-US" sz="1600" dirty="0">
                <a:solidFill>
                  <a:schemeClr val="tx1"/>
                </a:solidFill>
                <a:latin typeface="+mn-lt"/>
                <a:ea typeface="Calibri" panose="020F0502020204030204" pitchFamily="34" charset="0"/>
                <a:cs typeface="Calibri" panose="020F0502020204030204" pitchFamily="34" charset="0"/>
              </a:rPr>
              <a:t>.</a:t>
            </a:r>
            <a:endPar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21739C98-6373-8F36-33A0-666E3B987DB1}"/>
              </a:ext>
            </a:extLst>
          </p:cNvPr>
          <p:cNvPicPr>
            <a:picLocks noChangeAspect="1"/>
          </p:cNvPicPr>
          <p:nvPr/>
        </p:nvPicPr>
        <p:blipFill>
          <a:blip r:embed="rId3"/>
          <a:stretch>
            <a:fillRect/>
          </a:stretch>
        </p:blipFill>
        <p:spPr>
          <a:xfrm>
            <a:off x="5580353" y="2629785"/>
            <a:ext cx="2985086" cy="2116765"/>
          </a:xfrm>
          <a:prstGeom prst="rect">
            <a:avLst/>
          </a:prstGeom>
        </p:spPr>
      </p:pic>
      <p:pic>
        <p:nvPicPr>
          <p:cNvPr id="7" name="Picture 6">
            <a:extLst>
              <a:ext uri="{FF2B5EF4-FFF2-40B4-BE49-F238E27FC236}">
                <a16:creationId xmlns:a16="http://schemas.microsoft.com/office/drawing/2014/main" id="{FEA4597F-F48A-A405-96F5-265F37F8BC20}"/>
              </a:ext>
            </a:extLst>
          </p:cNvPr>
          <p:cNvPicPr>
            <a:picLocks noChangeAspect="1"/>
          </p:cNvPicPr>
          <p:nvPr/>
        </p:nvPicPr>
        <p:blipFill>
          <a:blip r:embed="rId4"/>
          <a:stretch>
            <a:fillRect/>
          </a:stretch>
        </p:blipFill>
        <p:spPr>
          <a:xfrm>
            <a:off x="5622740" y="606381"/>
            <a:ext cx="2849718" cy="1965369"/>
          </a:xfrm>
          <a:prstGeom prst="rect">
            <a:avLst/>
          </a:prstGeom>
        </p:spPr>
      </p:pic>
    </p:spTree>
    <p:extLst>
      <p:ext uri="{BB962C8B-B14F-4D97-AF65-F5344CB8AC3E}">
        <p14:creationId xmlns:p14="http://schemas.microsoft.com/office/powerpoint/2010/main" val="1527259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CA1E1-DFAE-1B68-C074-7EA664593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F3293-A379-C63F-7156-F83E3453D802}"/>
              </a:ext>
            </a:extLst>
          </p:cNvPr>
          <p:cNvSpPr>
            <a:spLocks noGrp="1"/>
          </p:cNvSpPr>
          <p:nvPr>
            <p:ph type="title"/>
          </p:nvPr>
        </p:nvSpPr>
        <p:spPr>
          <a:xfrm>
            <a:off x="989909" y="254715"/>
            <a:ext cx="8220242" cy="639520"/>
          </a:xfrm>
        </p:spPr>
        <p:txBody>
          <a:bodyPr>
            <a:normAutofit fontScale="90000"/>
          </a:bodyPr>
          <a:lstStyle/>
          <a:p>
            <a:pPr algn="l"/>
            <a:r>
              <a:rPr lang="en-US" b="1" dirty="0" err="1">
                <a:effectLst/>
                <a:latin typeface="+mj-lt"/>
              </a:rPr>
              <a:t>Luồng</a:t>
            </a:r>
            <a:r>
              <a:rPr lang="en-US" b="1" dirty="0">
                <a:effectLst/>
                <a:latin typeface="+mj-lt"/>
              </a:rPr>
              <a:t> </a:t>
            </a:r>
            <a:r>
              <a:rPr lang="en-US" b="1" dirty="0" err="1">
                <a:effectLst/>
                <a:latin typeface="+mj-lt"/>
              </a:rPr>
              <a:t>hoạt</a:t>
            </a:r>
            <a:r>
              <a:rPr lang="en-US" b="1" dirty="0">
                <a:effectLst/>
                <a:latin typeface="+mj-lt"/>
              </a:rPr>
              <a:t> </a:t>
            </a:r>
            <a:r>
              <a:rPr lang="en-US" b="1" dirty="0" err="1">
                <a:effectLst/>
                <a:latin typeface="+mj-lt"/>
              </a:rPr>
              <a:t>động</a:t>
            </a:r>
            <a:endParaRPr lang="en-US" b="1" dirty="0">
              <a:effectLst/>
              <a:latin typeface="+mj-lt"/>
            </a:endParaRPr>
          </a:p>
        </p:txBody>
      </p:sp>
      <p:sp>
        <p:nvSpPr>
          <p:cNvPr id="4" name="Slide Number Placeholder 3">
            <a:extLst>
              <a:ext uri="{FF2B5EF4-FFF2-40B4-BE49-F238E27FC236}">
                <a16:creationId xmlns:a16="http://schemas.microsoft.com/office/drawing/2014/main" id="{74EB1A3A-59B5-9A28-56B2-26A8B14BF4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6" name="Picture 5">
            <a:extLst>
              <a:ext uri="{FF2B5EF4-FFF2-40B4-BE49-F238E27FC236}">
                <a16:creationId xmlns:a16="http://schemas.microsoft.com/office/drawing/2014/main" id="{B756DDDC-5988-0048-EA67-A7E47C144957}"/>
              </a:ext>
            </a:extLst>
          </p:cNvPr>
          <p:cNvPicPr>
            <a:picLocks noChangeAspect="1"/>
          </p:cNvPicPr>
          <p:nvPr/>
        </p:nvPicPr>
        <p:blipFill>
          <a:blip r:embed="rId2"/>
          <a:stretch>
            <a:fillRect/>
          </a:stretch>
        </p:blipFill>
        <p:spPr>
          <a:xfrm>
            <a:off x="6108577" y="814697"/>
            <a:ext cx="2638231" cy="3286813"/>
          </a:xfrm>
          <a:prstGeom prst="rect">
            <a:avLst/>
          </a:prstGeom>
        </p:spPr>
      </p:pic>
      <p:sp>
        <p:nvSpPr>
          <p:cNvPr id="8" name="Rectangle 2">
            <a:extLst>
              <a:ext uri="{FF2B5EF4-FFF2-40B4-BE49-F238E27FC236}">
                <a16:creationId xmlns:a16="http://schemas.microsoft.com/office/drawing/2014/main" id="{1C217B1F-61DA-7333-5358-33A5B6EBB4EA}"/>
              </a:ext>
            </a:extLst>
          </p:cNvPr>
          <p:cNvSpPr>
            <a:spLocks noGrp="1" noChangeArrowheads="1"/>
          </p:cNvSpPr>
          <p:nvPr>
            <p:ph type="body" idx="1"/>
          </p:nvPr>
        </p:nvSpPr>
        <p:spPr bwMode="auto">
          <a:xfrm>
            <a:off x="502646" y="1235714"/>
            <a:ext cx="491995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Người</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dùng</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truy</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cập</a:t>
            </a:r>
            <a:r>
              <a:rPr kumimoji="0" lang="en-US" altLang="en-US" sz="1400" b="1" i="0" u="none" strike="noStrike" cap="none" normalizeH="0" baseline="0" dirty="0">
                <a:ln>
                  <a:noFill/>
                </a:ln>
                <a:solidFill>
                  <a:schemeClr val="tx1"/>
                </a:solidFill>
                <a:effectLst/>
                <a:latin typeface="Arial" panose="020B0604020202020204" pitchFamily="34" charset="0"/>
              </a:rPr>
              <a:t> website</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err="1">
                <a:ln>
                  <a:noFill/>
                </a:ln>
                <a:solidFill>
                  <a:schemeClr val="tx1"/>
                </a:solidFill>
                <a:effectLst/>
                <a:latin typeface="Arial" panose="020B0604020202020204" pitchFamily="34" charset="0"/>
              </a:rPr>
              <a:t>nhập</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thông</a:t>
            </a:r>
            <a:r>
              <a:rPr kumimoji="0" lang="en-US" altLang="en-US" sz="1400" b="0" i="0" u="none" strike="noStrike" cap="none" normalizeH="0" baseline="0" dirty="0">
                <a:ln>
                  <a:noFill/>
                </a:ln>
                <a:solidFill>
                  <a:schemeClr val="tx1"/>
                </a:solidFill>
                <a:effectLst/>
                <a:latin typeface="Arial" panose="020B0604020202020204" pitchFamily="34" charset="0"/>
              </a:rPr>
              <a:t> tin </a:t>
            </a:r>
            <a:r>
              <a:rPr kumimoji="0" lang="en-US" altLang="en-US" sz="1400" b="0" i="0" u="none" strike="noStrike" cap="none" normalizeH="0" baseline="0" dirty="0" err="1">
                <a:ln>
                  <a:noFill/>
                </a:ln>
                <a:solidFill>
                  <a:schemeClr val="tx1"/>
                </a:solidFill>
                <a:effectLst/>
                <a:latin typeface="Arial" panose="020B0604020202020204" pitchFamily="34" charset="0"/>
              </a:rPr>
              <a:t>cá</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nhân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tuổi</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giới</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tính</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cân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nặng</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chiều</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cao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mức</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vận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động</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mục</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tiêu</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Arial" panose="020B0604020202020204" pitchFamily="34" charset="0"/>
              </a:rPr>
              <a:t>- Flask </a:t>
            </a:r>
            <a:r>
              <a:rPr kumimoji="0" lang="en-US" altLang="en-US" sz="1400" b="1" i="0" u="none" strike="noStrike" cap="none" normalizeH="0" baseline="0" dirty="0" err="1">
                <a:ln>
                  <a:noFill/>
                </a:ln>
                <a:solidFill>
                  <a:schemeClr val="tx1"/>
                </a:solidFill>
                <a:effectLst/>
                <a:latin typeface="Arial" panose="020B0604020202020204" pitchFamily="34" charset="0"/>
              </a:rPr>
              <a:t>gọi</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mô</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hình</a:t>
            </a:r>
            <a:r>
              <a:rPr kumimoji="0" lang="en-US" altLang="en-US" sz="1400" b="1" i="0" u="none" strike="noStrike" cap="none" normalizeH="0" baseline="0" dirty="0">
                <a:ln>
                  <a:noFill/>
                </a:ln>
                <a:solidFill>
                  <a:schemeClr val="tx1"/>
                </a:solidFill>
                <a:effectLst/>
                <a:latin typeface="Arial" panose="020B0604020202020204" pitchFamily="34" charset="0"/>
              </a:rPr>
              <a:t> Machine Learning</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err="1">
                <a:ln>
                  <a:noFill/>
                </a:ln>
                <a:solidFill>
                  <a:schemeClr val="tx1"/>
                </a:solidFill>
                <a:effectLst/>
                <a:latin typeface="Arial" panose="020B0604020202020204" pitchFamily="34" charset="0"/>
              </a:rPr>
              <a:t>dự</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đoán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tình</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trạng</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cơ</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thể</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ví</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dụ</a:t>
            </a:r>
            <a:r>
              <a:rPr kumimoji="0" lang="en-US" altLang="en-US" sz="1400" b="0" i="0" u="none" strike="noStrike" cap="none" normalizeH="0" baseline="0" dirty="0">
                <a:ln>
                  <a:noFill/>
                </a:ln>
                <a:solidFill>
                  <a:schemeClr val="tx1"/>
                </a:solidFill>
                <a:effectLst/>
                <a:latin typeface="Arial" panose="020B0604020202020204" pitchFamily="34" charset="0"/>
              </a:rPr>
              <a:t>: Bình </a:t>
            </a:r>
            <a:r>
              <a:rPr kumimoji="0" lang="en-US" altLang="en-US" sz="1400" b="0" i="0" u="none" strike="noStrike" cap="none" normalizeH="0" baseline="0" dirty="0" err="1">
                <a:ln>
                  <a:noFill/>
                </a:ln>
                <a:solidFill>
                  <a:schemeClr val="tx1"/>
                </a:solidFill>
                <a:effectLst/>
                <a:latin typeface="Arial" panose="020B0604020202020204" pitchFamily="34" charset="0"/>
              </a:rPr>
              <a:t>thường</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Thừa</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cân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Béo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phì</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Arial" panose="020B0604020202020204" pitchFamily="34" charset="0"/>
              </a:rPr>
              <a:t>- Gemini </a:t>
            </a:r>
            <a:r>
              <a:rPr kumimoji="0" lang="en-US" altLang="en-US" sz="1400" b="1" i="0" u="none" strike="noStrike" cap="none" normalizeH="0" baseline="0" dirty="0" err="1">
                <a:ln>
                  <a:noFill/>
                </a:ln>
                <a:solidFill>
                  <a:schemeClr val="tx1"/>
                </a:solidFill>
                <a:effectLst/>
                <a:latin typeface="Arial" panose="020B0604020202020204" pitchFamily="34" charset="0"/>
              </a:rPr>
              <a:t>sinh</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ra</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kế</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hoạch</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luyện</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tập</a:t>
            </a:r>
            <a:r>
              <a:rPr kumimoji="0" lang="en-US" altLang="en-US" sz="1400" b="1" i="0" u="none" strike="noStrike" cap="none" normalizeH="0" baseline="0" dirty="0">
                <a:ln>
                  <a:noFill/>
                </a:ln>
                <a:solidFill>
                  <a:schemeClr val="tx1"/>
                </a:solidFill>
                <a:effectLst/>
                <a:latin typeface="Arial" panose="020B0604020202020204" pitchFamily="34" charset="0"/>
              </a:rPr>
              <a:t> &amp; </a:t>
            </a:r>
            <a:r>
              <a:rPr kumimoji="0" lang="en-US" altLang="en-US" sz="1400" b="1" i="0" u="none" strike="noStrike" cap="none" normalizeH="0" baseline="0" dirty="0" err="1">
                <a:ln>
                  <a:noFill/>
                </a:ln>
                <a:solidFill>
                  <a:schemeClr val="tx1"/>
                </a:solidFill>
                <a:effectLst/>
                <a:latin typeface="Arial" panose="020B0604020202020204" pitchFamily="34" charset="0"/>
              </a:rPr>
              <a:t>dinh</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dưỡng</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cá</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nhân</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hóa</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i="0" u="none" strike="noStrike" cap="none" normalizeH="0" baseline="0" dirty="0" err="1">
                <a:ln>
                  <a:noFill/>
                </a:ln>
                <a:solidFill>
                  <a:schemeClr val="tx1"/>
                </a:solidFill>
                <a:effectLst/>
                <a:latin typeface="Arial" panose="020B0604020202020204" pitchFamily="34" charset="0"/>
              </a:rPr>
              <a:t>từ</a:t>
            </a:r>
            <a:r>
              <a:rPr kumimoji="0" lang="en-US" altLang="en-US" sz="1400" i="0" u="none" strike="noStrike" cap="none" normalizeH="0" baseline="0" dirty="0">
                <a:ln>
                  <a:noFill/>
                </a:ln>
                <a:solidFill>
                  <a:schemeClr val="tx1"/>
                </a:solidFill>
                <a:effectLst/>
                <a:latin typeface="Arial" panose="020B0604020202020204" pitchFamily="34" charset="0"/>
              </a:rPr>
              <a:t> </a:t>
            </a:r>
            <a:r>
              <a:rPr kumimoji="0" lang="en-US" altLang="en-US" sz="1400" i="0" u="none" strike="noStrike" cap="none" normalizeH="0" baseline="0" dirty="0" err="1">
                <a:ln>
                  <a:noFill/>
                </a:ln>
                <a:solidFill>
                  <a:schemeClr val="tx1"/>
                </a:solidFill>
                <a:effectLst/>
                <a:latin typeface="Arial" panose="020B0604020202020204" pitchFamily="34" charset="0"/>
              </a:rPr>
              <a:t>thông</a:t>
            </a:r>
            <a:r>
              <a:rPr kumimoji="0" lang="en-US" altLang="en-US" sz="1400" i="0" u="none" strike="noStrike" cap="none" normalizeH="0" baseline="0" dirty="0">
                <a:ln>
                  <a:noFill/>
                </a:ln>
                <a:solidFill>
                  <a:schemeClr val="tx1"/>
                </a:solidFill>
                <a:effectLst/>
                <a:latin typeface="Arial" panose="020B0604020202020204" pitchFamily="34" charset="0"/>
              </a:rPr>
              <a:t> tin </a:t>
            </a:r>
            <a:r>
              <a:rPr kumimoji="0" lang="en-US" altLang="en-US" sz="1400" i="0" u="none" strike="noStrike" cap="none" normalizeH="0" baseline="0" dirty="0" err="1">
                <a:ln>
                  <a:noFill/>
                </a:ln>
                <a:solidFill>
                  <a:schemeClr val="tx1"/>
                </a:solidFill>
                <a:effectLst/>
                <a:latin typeface="Arial" panose="020B0604020202020204" pitchFamily="34" charset="0"/>
              </a:rPr>
              <a:t>người</a:t>
            </a:r>
            <a:r>
              <a:rPr kumimoji="0" lang="en-US" altLang="en-US" sz="1400" i="0" u="none" strike="noStrike" cap="none" normalizeH="0" baseline="0" dirty="0">
                <a:ln>
                  <a:noFill/>
                </a:ln>
                <a:solidFill>
                  <a:schemeClr val="tx1"/>
                </a:solidFill>
                <a:effectLst/>
                <a:latin typeface="Arial" panose="020B0604020202020204" pitchFamily="34" charset="0"/>
              </a:rPr>
              <a:t> </a:t>
            </a:r>
            <a:r>
              <a:rPr kumimoji="0" lang="en-US" altLang="en-US" sz="1400" i="0" u="none" strike="noStrike" cap="none" normalizeH="0" baseline="0" dirty="0" err="1">
                <a:ln>
                  <a:noFill/>
                </a:ln>
                <a:solidFill>
                  <a:schemeClr val="tx1"/>
                </a:solidFill>
                <a:effectLst/>
                <a:latin typeface="Arial" panose="020B0604020202020204" pitchFamily="34" charset="0"/>
              </a:rPr>
              <a:t>dùng</a:t>
            </a:r>
            <a:r>
              <a:rPr kumimoji="0" lang="en-US" altLang="en-US" sz="1400" i="0" u="none" strike="noStrike" cap="none" normalizeH="0" baseline="0" dirty="0">
                <a:ln>
                  <a:noFill/>
                </a:ln>
                <a:solidFill>
                  <a:schemeClr val="tx1"/>
                </a:solidFill>
                <a:effectLst/>
                <a:latin typeface="Arial" panose="020B0604020202020204" pitchFamily="34" charset="0"/>
              </a:rPr>
              <a:t> </a:t>
            </a:r>
            <a:r>
              <a:rPr kumimoji="0" lang="en-US" altLang="en-US" sz="1400" i="0" u="none" strike="noStrike" cap="none" normalizeH="0" baseline="0" dirty="0" err="1">
                <a:ln>
                  <a:noFill/>
                </a:ln>
                <a:solidFill>
                  <a:schemeClr val="tx1"/>
                </a:solidFill>
                <a:effectLst/>
                <a:latin typeface="Arial" panose="020B0604020202020204" pitchFamily="34" charset="0"/>
              </a:rPr>
              <a:t>đã</a:t>
            </a:r>
            <a:r>
              <a:rPr kumimoji="0" lang="en-US" altLang="en-US" sz="1400" i="0" u="none" strike="noStrike" cap="none" normalizeH="0" baseline="0" dirty="0">
                <a:ln>
                  <a:noFill/>
                </a:ln>
                <a:solidFill>
                  <a:schemeClr val="tx1"/>
                </a:solidFill>
                <a:effectLst/>
                <a:latin typeface="Arial" panose="020B0604020202020204" pitchFamily="34" charset="0"/>
              </a:rPr>
              <a:t> </a:t>
            </a:r>
            <a:r>
              <a:rPr kumimoji="0" lang="en-US" altLang="en-US" sz="1400" i="0" u="none" strike="noStrike" cap="none" normalizeH="0" baseline="0" dirty="0" err="1">
                <a:ln>
                  <a:noFill/>
                </a:ln>
                <a:solidFill>
                  <a:schemeClr val="tx1"/>
                </a:solidFill>
                <a:effectLst/>
                <a:latin typeface="Arial" panose="020B0604020202020204" pitchFamily="34" charset="0"/>
              </a:rPr>
              <a:t>nhập</a:t>
            </a:r>
            <a:r>
              <a:rPr kumimoji="0" lang="en-US" altLang="en-US" sz="1400" i="0" u="none" strike="noStrike" cap="none" normalizeH="0" baseline="0" dirty="0">
                <a:ln>
                  <a:noFill/>
                </a:ln>
                <a:solidFill>
                  <a:schemeClr val="tx1"/>
                </a:solidFill>
                <a:effectLst/>
                <a:latin typeface="Arial" panose="020B0604020202020204" pitchFamily="34" charset="0"/>
              </a:rPr>
              <a:t> </a:t>
            </a:r>
            <a:r>
              <a:rPr kumimoji="0" lang="en-US" altLang="en-US" sz="1400" i="0" u="none" strike="noStrike" cap="none" normalizeH="0" baseline="0" dirty="0" err="1">
                <a:ln>
                  <a:noFill/>
                </a:ln>
                <a:solidFill>
                  <a:schemeClr val="tx1"/>
                </a:solidFill>
                <a:effectLst/>
                <a:latin typeface="Arial" panose="020B0604020202020204" pitchFamily="34" charset="0"/>
              </a:rPr>
              <a:t>và</a:t>
            </a:r>
            <a:r>
              <a:rPr kumimoji="0" lang="en-US" altLang="en-US" sz="1400" i="0" u="none" strike="noStrike" cap="none" normalizeH="0" baseline="0" dirty="0">
                <a:ln>
                  <a:noFill/>
                </a:ln>
                <a:solidFill>
                  <a:schemeClr val="tx1"/>
                </a:solidFill>
                <a:effectLst/>
                <a:latin typeface="Arial" panose="020B0604020202020204" pitchFamily="34" charset="0"/>
              </a:rPr>
              <a:t> </a:t>
            </a:r>
            <a:r>
              <a:rPr lang="en-US" altLang="en-US" sz="1400" b="1" dirty="0" err="1">
                <a:solidFill>
                  <a:schemeClr val="tx1"/>
                </a:solidFill>
                <a:latin typeface="Arial" panose="020B0604020202020204" pitchFamily="34" charset="0"/>
              </a:rPr>
              <a:t>tình</a:t>
            </a:r>
            <a:r>
              <a:rPr lang="en-US" altLang="en-US" sz="1400" b="1" dirty="0">
                <a:solidFill>
                  <a:schemeClr val="tx1"/>
                </a:solidFill>
                <a:latin typeface="Arial" panose="020B0604020202020204" pitchFamily="34" charset="0"/>
              </a:rPr>
              <a:t> </a:t>
            </a:r>
            <a:r>
              <a:rPr lang="en-US" altLang="en-US" sz="1400" b="1" dirty="0" err="1">
                <a:solidFill>
                  <a:schemeClr val="tx1"/>
                </a:solidFill>
                <a:latin typeface="Arial" panose="020B0604020202020204" pitchFamily="34" charset="0"/>
              </a:rPr>
              <a:t>trạng</a:t>
            </a:r>
            <a:r>
              <a:rPr lang="en-US" altLang="en-US" sz="1400" b="1" dirty="0">
                <a:solidFill>
                  <a:schemeClr val="tx1"/>
                </a:solidFill>
                <a:latin typeface="Arial" panose="020B0604020202020204" pitchFamily="34" charset="0"/>
              </a:rPr>
              <a:t> </a:t>
            </a:r>
            <a:r>
              <a:rPr lang="en-US" altLang="en-US" sz="1400" b="1" dirty="0" err="1">
                <a:solidFill>
                  <a:schemeClr val="tx1"/>
                </a:solidFill>
                <a:latin typeface="Arial" panose="020B0604020202020204" pitchFamily="34" charset="0"/>
              </a:rPr>
              <a:t>cơ</a:t>
            </a:r>
            <a:r>
              <a:rPr lang="en-US" altLang="en-US" sz="1400" b="1" dirty="0">
                <a:solidFill>
                  <a:schemeClr val="tx1"/>
                </a:solidFill>
                <a:latin typeface="Arial" panose="020B0604020202020204" pitchFamily="34" charset="0"/>
              </a:rPr>
              <a:t> </a:t>
            </a:r>
            <a:r>
              <a:rPr lang="en-US" altLang="en-US" sz="1400" b="1" dirty="0" err="1">
                <a:solidFill>
                  <a:schemeClr val="tx1"/>
                </a:solidFill>
                <a:latin typeface="Arial" panose="020B0604020202020204" pitchFamily="34" charset="0"/>
              </a:rPr>
              <a:t>thể</a:t>
            </a:r>
            <a:r>
              <a:rPr lang="en-US" altLang="en-US" sz="1400" b="1" dirty="0">
                <a:solidFill>
                  <a:schemeClr val="tx1"/>
                </a:solidFill>
                <a:latin typeface="Arial" panose="020B0604020202020204" pitchFamily="34" charset="0"/>
              </a:rPr>
              <a:t> </a:t>
            </a:r>
            <a:r>
              <a:rPr lang="en-US" altLang="en-US" sz="1400" dirty="0">
                <a:solidFill>
                  <a:schemeClr val="tx1"/>
                </a:solidFill>
                <a:latin typeface="Arial" panose="020B0604020202020204" pitchFamily="34" charset="0"/>
              </a:rPr>
              <a:t>(</a:t>
            </a:r>
            <a:r>
              <a:rPr lang="en-US" altLang="en-US" sz="1400" dirty="0" err="1">
                <a:solidFill>
                  <a:schemeClr val="tx1"/>
                </a:solidFill>
                <a:latin typeface="Arial" panose="020B0604020202020204" pitchFamily="34" charset="0"/>
              </a:rPr>
              <a:t>Từ</a:t>
            </a:r>
            <a:r>
              <a:rPr lang="en-US" altLang="en-US" sz="1400" dirty="0">
                <a:solidFill>
                  <a:schemeClr val="tx1"/>
                </a:solidFill>
                <a:latin typeface="Arial" panose="020B0604020202020204" pitchFamily="34" charset="0"/>
              </a:rPr>
              <a:t> </a:t>
            </a:r>
            <a:r>
              <a:rPr lang="en-US" altLang="en-US" sz="1400" dirty="0" err="1">
                <a:solidFill>
                  <a:schemeClr val="tx1"/>
                </a:solidFill>
                <a:latin typeface="Arial" panose="020B0604020202020204" pitchFamily="34" charset="0"/>
              </a:rPr>
              <a:t>mô</a:t>
            </a:r>
            <a:r>
              <a:rPr lang="en-US" altLang="en-US" sz="1400" dirty="0">
                <a:solidFill>
                  <a:schemeClr val="tx1"/>
                </a:solidFill>
                <a:latin typeface="Arial" panose="020B0604020202020204" pitchFamily="34" charset="0"/>
              </a:rPr>
              <a:t> </a:t>
            </a:r>
            <a:r>
              <a:rPr lang="en-US" altLang="en-US" sz="1400" dirty="0" err="1">
                <a:solidFill>
                  <a:schemeClr val="tx1"/>
                </a:solidFill>
                <a:latin typeface="Arial" panose="020B0604020202020204" pitchFamily="34" charset="0"/>
              </a:rPr>
              <a:t>hình</a:t>
            </a:r>
            <a:r>
              <a:rPr lang="en-US" altLang="en-US" sz="1400" dirty="0">
                <a:solidFill>
                  <a:schemeClr val="tx1"/>
                </a:solidFill>
                <a:latin typeface="Arial" panose="020B0604020202020204" pitchFamily="34" charset="0"/>
              </a:rPr>
              <a:t>)</a:t>
            </a:r>
            <a:r>
              <a:rPr kumimoji="0" lang="en-US" altLang="en-US" sz="14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Arial" panose="020B0604020202020204" pitchFamily="34" charset="0"/>
              </a:rPr>
              <a:t>- Flask </a:t>
            </a:r>
            <a:r>
              <a:rPr kumimoji="0" lang="en-US" altLang="en-US" sz="1400" b="1" i="0" u="none" strike="noStrike" cap="none" normalizeH="0" baseline="0" dirty="0" err="1">
                <a:ln>
                  <a:noFill/>
                </a:ln>
                <a:solidFill>
                  <a:schemeClr val="tx1"/>
                </a:solidFill>
                <a:effectLst/>
                <a:latin typeface="Arial" panose="020B0604020202020204" pitchFamily="34" charset="0"/>
              </a:rPr>
              <a:t>hiển</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thị</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kết</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err="1">
                <a:ln>
                  <a:noFill/>
                </a:ln>
                <a:solidFill>
                  <a:schemeClr val="tx1"/>
                </a:solidFill>
                <a:effectLst/>
                <a:latin typeface="Arial" panose="020B0604020202020204" pitchFamily="34" charset="0"/>
              </a:rPr>
              <a:t>quả</a:t>
            </a:r>
            <a:r>
              <a:rPr kumimoji="0" lang="en-US" altLang="en-US" sz="1400" b="0" i="0" u="none" strike="noStrike" cap="none" normalizeH="0" baseline="0" dirty="0">
                <a:ln>
                  <a:noFill/>
                </a:ln>
                <a:solidFill>
                  <a:schemeClr val="tx1"/>
                </a:solidFill>
                <a:effectLst/>
                <a:latin typeface="Arial" panose="020B0604020202020204" pitchFamily="34" charset="0"/>
              </a:rPr>
              <a:t> (BMI, </a:t>
            </a:r>
            <a:r>
              <a:rPr kumimoji="0" lang="en-US" altLang="en-US" sz="1400" b="0" i="0" u="none" strike="noStrike" cap="none" normalizeH="0" baseline="0" dirty="0" err="1">
                <a:ln>
                  <a:noFill/>
                </a:ln>
                <a:solidFill>
                  <a:schemeClr val="tx1"/>
                </a:solidFill>
                <a:effectLst/>
                <a:latin typeface="Arial" panose="020B0604020202020204" pitchFamily="34" charset="0"/>
              </a:rPr>
              <a:t>tình</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trạng</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kế</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hoạch</a:t>
            </a:r>
            <a:r>
              <a:rPr kumimoji="0" lang="en-US" altLang="en-US" sz="1400" b="0" i="0" u="none" strike="noStrike" cap="none" normalizeH="0" baseline="0" dirty="0">
                <a:ln>
                  <a:noFill/>
                </a:ln>
                <a:solidFill>
                  <a:schemeClr val="tx1"/>
                </a:solidFill>
                <a:effectLst/>
                <a:latin typeface="Arial" panose="020B0604020202020204" pitchFamily="34" charset="0"/>
              </a:rPr>
              <a:t> chi </a:t>
            </a:r>
            <a:r>
              <a:rPr kumimoji="0" lang="en-US" altLang="en-US" sz="1400" b="0" i="0" u="none" strike="noStrike" cap="none" normalizeH="0" baseline="0" dirty="0" err="1">
                <a:ln>
                  <a:noFill/>
                </a:ln>
                <a:solidFill>
                  <a:schemeClr val="tx1"/>
                </a:solidFill>
                <a:effectLst/>
                <a:latin typeface="Arial" panose="020B0604020202020204" pitchFamily="34" charset="0"/>
              </a:rPr>
              <a:t>tiết</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lên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giao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diện</a:t>
            </a:r>
            <a:r>
              <a:rPr kumimoji="0" lang="en-US" altLang="en-US" sz="1400" b="0" i="0" u="none" strike="noStrike" cap="none" normalizeH="0" baseline="0" dirty="0">
                <a:ln>
                  <a:noFill/>
                </a:ln>
                <a:solidFill>
                  <a:schemeClr val="tx1"/>
                </a:solidFill>
                <a:effectLst/>
                <a:latin typeface="Arial" panose="020B0604020202020204" pitchFamily="34" charset="0"/>
              </a:rPr>
              <a:t> web </a:t>
            </a:r>
            <a:r>
              <a:rPr kumimoji="0" lang="en-US" altLang="en-US" sz="1400" b="0" i="0" u="none" strike="noStrike" cap="none" normalizeH="0" baseline="0" dirty="0" err="1">
                <a:ln>
                  <a:noFill/>
                </a:ln>
                <a:solidFill>
                  <a:schemeClr val="tx1"/>
                </a:solidFill>
                <a:effectLst/>
                <a:latin typeface="Arial" panose="020B0604020202020204" pitchFamily="34" charset="0"/>
              </a:rPr>
              <a:t>cho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người</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dùng</a:t>
            </a:r>
            <a:r>
              <a:rPr kumimoji="0" lang="en-US" altLang="en-US" sz="1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74694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51" descr="Dai Nam [PPT] Template 01.png"/>
          <p:cNvPicPr preferRelativeResize="0"/>
          <p:nvPr/>
        </p:nvPicPr>
        <p:blipFill rotWithShape="1">
          <a:blip r:embed="rId3">
            <a:alphaModFix/>
          </a:blip>
          <a:srcRect/>
          <a:stretch/>
        </p:blipFill>
        <p:spPr>
          <a:xfrm>
            <a:off x="1" y="-72571"/>
            <a:ext cx="9209313" cy="5143500"/>
          </a:xfrm>
          <a:prstGeom prst="rect">
            <a:avLst/>
          </a:prstGeom>
          <a:noFill/>
          <a:ln>
            <a:noFill/>
          </a:ln>
        </p:spPr>
      </p:pic>
      <p:pic>
        <p:nvPicPr>
          <p:cNvPr id="338" name="Google Shape;338;p51" descr="Dai Nam [PPT] Template 05.png"/>
          <p:cNvPicPr preferRelativeResize="0"/>
          <p:nvPr/>
        </p:nvPicPr>
        <p:blipFill rotWithShape="1">
          <a:blip r:embed="rId4">
            <a:alphaModFix/>
          </a:blip>
          <a:srcRect/>
          <a:stretch/>
        </p:blipFill>
        <p:spPr>
          <a:xfrm>
            <a:off x="578173" y="4692656"/>
            <a:ext cx="8229478" cy="390312"/>
          </a:xfrm>
          <a:prstGeom prst="rect">
            <a:avLst/>
          </a:prstGeom>
          <a:noFill/>
          <a:ln>
            <a:noFill/>
          </a:ln>
        </p:spPr>
      </p:pic>
      <p:pic>
        <p:nvPicPr>
          <p:cNvPr id="339" name="Google Shape;339;p51" descr="Dai Nam [PPT] Template 02.png"/>
          <p:cNvPicPr preferRelativeResize="0"/>
          <p:nvPr/>
        </p:nvPicPr>
        <p:blipFill rotWithShape="1">
          <a:blip r:embed="rId5">
            <a:alphaModFix/>
          </a:blip>
          <a:srcRect/>
          <a:stretch/>
        </p:blipFill>
        <p:spPr>
          <a:xfrm>
            <a:off x="0" y="-72571"/>
            <a:ext cx="2679886" cy="5143500"/>
          </a:xfrm>
          <a:prstGeom prst="rect">
            <a:avLst/>
          </a:prstGeom>
          <a:noFill/>
          <a:ln>
            <a:noFill/>
          </a:ln>
        </p:spPr>
      </p:pic>
      <p:pic>
        <p:nvPicPr>
          <p:cNvPr id="340" name="Google Shape;340;p51" descr="Dai Nam [PPT] Template 03.png"/>
          <p:cNvPicPr preferRelativeResize="0"/>
          <p:nvPr/>
        </p:nvPicPr>
        <p:blipFill rotWithShape="1">
          <a:blip r:embed="rId6">
            <a:alphaModFix/>
          </a:blip>
          <a:srcRect/>
          <a:stretch/>
        </p:blipFill>
        <p:spPr>
          <a:xfrm>
            <a:off x="0" y="133365"/>
            <a:ext cx="2358263" cy="4723586"/>
          </a:xfrm>
          <a:prstGeom prst="rect">
            <a:avLst/>
          </a:prstGeom>
          <a:noFill/>
          <a:ln>
            <a:noFill/>
          </a:ln>
        </p:spPr>
      </p:pic>
      <p:pic>
        <p:nvPicPr>
          <p:cNvPr id="341" name="Google Shape;341;p51" descr="Dai Nam [PPT] Template 04.png"/>
          <p:cNvPicPr preferRelativeResize="0"/>
          <p:nvPr/>
        </p:nvPicPr>
        <p:blipFill rotWithShape="1">
          <a:blip r:embed="rId7">
            <a:alphaModFix/>
          </a:blip>
          <a:srcRect/>
          <a:stretch/>
        </p:blipFill>
        <p:spPr>
          <a:xfrm>
            <a:off x="5006456" y="418467"/>
            <a:ext cx="1501569" cy="1362709"/>
          </a:xfrm>
          <a:prstGeom prst="rect">
            <a:avLst/>
          </a:prstGeom>
          <a:noFill/>
          <a:ln>
            <a:noFill/>
          </a:ln>
        </p:spPr>
      </p:pic>
      <p:sp>
        <p:nvSpPr>
          <p:cNvPr id="343" name="Google Shape;343;p51"/>
          <p:cNvSpPr txBox="1"/>
          <p:nvPr/>
        </p:nvSpPr>
        <p:spPr>
          <a:xfrm>
            <a:off x="2467429" y="2195567"/>
            <a:ext cx="6059713" cy="68647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861"/>
              <a:buFont typeface="Arial"/>
              <a:buNone/>
            </a:pPr>
            <a:r>
              <a:rPr lang="en" sz="3861" b="1" i="0" u="none" strike="noStrike" cap="none">
                <a:solidFill>
                  <a:srgbClr val="FFFFFF"/>
                </a:solidFill>
                <a:latin typeface="Arial"/>
                <a:ea typeface="Arial"/>
                <a:cs typeface="Arial"/>
                <a:sym typeface="Arial"/>
              </a:rPr>
              <a:t>TRÂN TRỌNG CẢM ƠN!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8024</TotalTime>
  <Words>612</Words>
  <Application>Microsoft Office PowerPoint</Application>
  <PresentationFormat>On-screen Show (16:9)</PresentationFormat>
  <Paragraphs>32</Paragraphs>
  <Slides>7</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Hiện trạng</vt:lpstr>
      <vt:lpstr>Mục tiêu</vt:lpstr>
      <vt:lpstr>Quá trình huấn luyện</vt:lpstr>
      <vt:lpstr>Kết quả huấn luyện</vt:lpstr>
      <vt:lpstr>Luồng hoạt động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ANH QUAN</dc:creator>
  <cp:lastModifiedBy>Vu Sang</cp:lastModifiedBy>
  <cp:revision>20</cp:revision>
  <dcterms:modified xsi:type="dcterms:W3CDTF">2025-10-14T04:55:02Z</dcterms:modified>
</cp:coreProperties>
</file>